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9"/>
  </p:notesMasterIdLst>
  <p:sldIdLst>
    <p:sldId id="256" r:id="rId2"/>
    <p:sldId id="257" r:id="rId3"/>
    <p:sldId id="258" r:id="rId4"/>
    <p:sldId id="266" r:id="rId5"/>
    <p:sldId id="260" r:id="rId6"/>
    <p:sldId id="262" r:id="rId7"/>
    <p:sldId id="263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B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569B84-4142-40F3-B5CA-6800BC648A85}" v="74" dt="2026-05-19T05:46:32.194"/>
    <p1510:client id="{A8D804CE-097D-497C-9B7A-4E2801E2CAB7}" v="2" dt="2026-05-19T08:05:09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Chua" userId="d42f29b442bbaa03" providerId="LiveId" clId="{5D7640D5-5B99-43F6-857D-924A57639EAC}"/>
    <pc:docChg chg="undo custSel addSld delSld modSld sldOrd">
      <pc:chgData name="Brian Chua" userId="d42f29b442bbaa03" providerId="LiveId" clId="{5D7640D5-5B99-43F6-857D-924A57639EAC}" dt="2026-05-19T08:05:14.095" v="2849" actId="14100"/>
      <pc:docMkLst>
        <pc:docMk/>
      </pc:docMkLst>
      <pc:sldChg chg="addSp delSp modSp mod setBg">
        <pc:chgData name="Brian Chua" userId="d42f29b442bbaa03" providerId="LiveId" clId="{5D7640D5-5B99-43F6-857D-924A57639EAC}" dt="2026-05-19T04:28:28.916" v="261" actId="207"/>
        <pc:sldMkLst>
          <pc:docMk/>
          <pc:sldMk cId="0" sldId="256"/>
        </pc:sldMkLst>
        <pc:spChg chg="del">
          <ac:chgData name="Brian Chua" userId="d42f29b442bbaa03" providerId="LiveId" clId="{5D7640D5-5B99-43F6-857D-924A57639EAC}" dt="2026-05-19T04:23:32.038" v="1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Brian Chua" userId="d42f29b442bbaa03" providerId="LiveId" clId="{5D7640D5-5B99-43F6-857D-924A57639EAC}" dt="2026-05-19T04:23:44.503" v="2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Brian Chua" userId="d42f29b442bbaa03" providerId="LiveId" clId="{5D7640D5-5B99-43F6-857D-924A57639EAC}" dt="2026-05-19T04:26:12.842" v="246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Brian Chua" userId="d42f29b442bbaa03" providerId="LiveId" clId="{5D7640D5-5B99-43F6-857D-924A57639EAC}" dt="2026-05-19T04:28:26.491" v="260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Brian Chua" userId="d42f29b442bbaa03" providerId="LiveId" clId="{5D7640D5-5B99-43F6-857D-924A57639EAC}" dt="2026-05-19T04:28:28.916" v="261" actId="207"/>
          <ac:spMkLst>
            <pc:docMk/>
            <pc:sldMk cId="0" sldId="256"/>
            <ac:spMk id="6" creationId="{00000000-0000-0000-0000-000000000000}"/>
          </ac:spMkLst>
        </pc:spChg>
        <pc:spChg chg="del">
          <ac:chgData name="Brian Chua" userId="d42f29b442bbaa03" providerId="LiveId" clId="{5D7640D5-5B99-43F6-857D-924A57639EAC}" dt="2026-05-19T04:26:37.012" v="250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Brian Chua" userId="d42f29b442bbaa03" providerId="LiveId" clId="{5D7640D5-5B99-43F6-857D-924A57639EAC}" dt="2026-05-19T04:25:27.681" v="219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Brian Chua" userId="d42f29b442bbaa03" providerId="LiveId" clId="{5D7640D5-5B99-43F6-857D-924A57639EAC}" dt="2026-05-19T04:25:26.518" v="218" actId="478"/>
          <ac:spMkLst>
            <pc:docMk/>
            <pc:sldMk cId="0" sldId="256"/>
            <ac:spMk id="9" creationId="{00000000-0000-0000-0000-000000000000}"/>
          </ac:spMkLst>
        </pc:spChg>
        <pc:picChg chg="add mod">
          <ac:chgData name="Brian Chua" userId="d42f29b442bbaa03" providerId="LiveId" clId="{5D7640D5-5B99-43F6-857D-924A57639EAC}" dt="2026-05-19T04:27:39.166" v="254" actId="1076"/>
          <ac:picMkLst>
            <pc:docMk/>
            <pc:sldMk cId="0" sldId="256"/>
            <ac:picMk id="10" creationId="{9938F5A3-EF1F-D623-B1EE-4B461B2B5B6C}"/>
          </ac:picMkLst>
        </pc:picChg>
      </pc:sldChg>
      <pc:sldChg chg="delSp modSp mod">
        <pc:chgData name="Brian Chua" userId="d42f29b442bbaa03" providerId="LiveId" clId="{5D7640D5-5B99-43F6-857D-924A57639EAC}" dt="2026-05-19T05:13:02.359" v="1573" actId="478"/>
        <pc:sldMkLst>
          <pc:docMk/>
          <pc:sldMk cId="0" sldId="257"/>
        </pc:sldMkLst>
        <pc:spChg chg="del mod">
          <ac:chgData name="Brian Chua" userId="d42f29b442bbaa03" providerId="LiveId" clId="{5D7640D5-5B99-43F6-857D-924A57639EAC}" dt="2026-05-19T04:34:28.876" v="421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Brian Chua" userId="d42f29b442bbaa03" providerId="LiveId" clId="{5D7640D5-5B99-43F6-857D-924A57639EAC}" dt="2026-05-19T04:34:31.461" v="428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Brian Chua" userId="d42f29b442bbaa03" providerId="LiveId" clId="{5D7640D5-5B99-43F6-857D-924A57639EAC}" dt="2026-05-19T04:40:57.772" v="819" actId="6549"/>
          <ac:spMkLst>
            <pc:docMk/>
            <pc:sldMk cId="0" sldId="257"/>
            <ac:spMk id="4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Brian Chua" userId="d42f29b442bbaa03" providerId="LiveId" clId="{5D7640D5-5B99-43F6-857D-924A57639EAC}" dt="2026-05-19T04:39:25.724" v="797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Brian Chua" userId="d42f29b442bbaa03" providerId="LiveId" clId="{5D7640D5-5B99-43F6-857D-924A57639EAC}" dt="2026-05-19T05:13:02.359" v="1573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Brian Chua" userId="d42f29b442bbaa03" providerId="LiveId" clId="{5D7640D5-5B99-43F6-857D-924A57639EAC}" dt="2026-05-19T05:13:00.065" v="1572" actId="478"/>
          <ac:spMkLst>
            <pc:docMk/>
            <pc:sldMk cId="0" sldId="257"/>
            <ac:spMk id="22" creationId="{00000000-0000-0000-0000-000000000000}"/>
          </ac:spMkLst>
        </pc:spChg>
      </pc:sldChg>
      <pc:sldChg chg="delSp modSp mod ord">
        <pc:chgData name="Brian Chua" userId="d42f29b442bbaa03" providerId="LiveId" clId="{5D7640D5-5B99-43F6-857D-924A57639EAC}" dt="2026-05-19T05:50:45.843" v="2806" actId="478"/>
        <pc:sldMkLst>
          <pc:docMk/>
          <pc:sldMk cId="0" sldId="258"/>
        </pc:sldMkLst>
        <pc:spChg chg="del">
          <ac:chgData name="Brian Chua" userId="d42f29b442bbaa03" providerId="LiveId" clId="{5D7640D5-5B99-43F6-857D-924A57639EAC}" dt="2026-05-19T05:13:25.262" v="1576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Brian Chua" userId="d42f29b442bbaa03" providerId="LiveId" clId="{5D7640D5-5B99-43F6-857D-924A57639EAC}" dt="2026-05-19T05:16:33.505" v="1735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14:59.355" v="1656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Brian Chua" userId="d42f29b442bbaa03" providerId="LiveId" clId="{5D7640D5-5B99-43F6-857D-924A57639EAC}" dt="2026-05-19T05:15:00.677" v="1657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Brian Chua" userId="d42f29b442bbaa03" providerId="LiveId" clId="{5D7640D5-5B99-43F6-857D-924A57639EAC}" dt="2026-05-19T05:15:05.278" v="1658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ian Chua" userId="d42f29b442bbaa03" providerId="LiveId" clId="{5D7640D5-5B99-43F6-857D-924A57639EAC}" dt="2026-05-19T05:17:44.586" v="1760" actId="20577"/>
          <ac:spMkLst>
            <pc:docMk/>
            <pc:sldMk cId="0" sldId="258"/>
            <ac:spMk id="8" creationId="{00000000-0000-0000-0000-000000000000}"/>
          </ac:spMkLst>
        </pc:spChg>
        <pc:spChg chg="del">
          <ac:chgData name="Brian Chua" userId="d42f29b442bbaa03" providerId="LiveId" clId="{5D7640D5-5B99-43F6-857D-924A57639EAC}" dt="2026-05-19T05:50:45.843" v="2806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Brian Chua" userId="d42f29b442bbaa03" providerId="LiveId" clId="{5D7640D5-5B99-43F6-857D-924A57639EAC}" dt="2026-05-19T05:50:44.960" v="2805" actId="478"/>
          <ac:spMkLst>
            <pc:docMk/>
            <pc:sldMk cId="0" sldId="258"/>
            <ac:spMk id="10" creationId="{00000000-0000-0000-0000-000000000000}"/>
          </ac:spMkLst>
        </pc:spChg>
        <pc:graphicFrameChg chg="modGraphic">
          <ac:chgData name="Brian Chua" userId="d42f29b442bbaa03" providerId="LiveId" clId="{5D7640D5-5B99-43F6-857D-924A57639EAC}" dt="2026-05-19T05:16:50.199" v="1736" actId="255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del">
        <pc:chgData name="Brian Chua" userId="d42f29b442bbaa03" providerId="LiveId" clId="{5D7640D5-5B99-43F6-857D-924A57639EAC}" dt="2026-05-19T05:18:21.009" v="1764" actId="47"/>
        <pc:sldMkLst>
          <pc:docMk/>
          <pc:sldMk cId="0" sldId="259"/>
        </pc:sldMkLst>
      </pc:sldChg>
      <pc:sldChg chg="addSp delSp modSp mod">
        <pc:chgData name="Brian Chua" userId="d42f29b442bbaa03" providerId="LiveId" clId="{5D7640D5-5B99-43F6-857D-924A57639EAC}" dt="2026-05-19T08:04:45.656" v="2845" actId="207"/>
        <pc:sldMkLst>
          <pc:docMk/>
          <pc:sldMk cId="0" sldId="260"/>
        </pc:sldMkLst>
        <pc:spChg chg="del">
          <ac:chgData name="Brian Chua" userId="d42f29b442bbaa03" providerId="LiveId" clId="{5D7640D5-5B99-43F6-857D-924A57639EAC}" dt="2026-05-19T05:21:02.251" v="1766" actId="478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Brian Chua" userId="d42f29b442bbaa03" providerId="LiveId" clId="{5D7640D5-5B99-43F6-857D-924A57639EAC}" dt="2026-05-19T08:04:45.656" v="2845" actId="207"/>
          <ac:spMkLst>
            <pc:docMk/>
            <pc:sldMk cId="0" sldId="260"/>
            <ac:spMk id="2" creationId="{98001B16-1941-F251-1950-A02B3ACA2931}"/>
          </ac:spMkLst>
        </pc:spChg>
        <pc:spChg chg="mod">
          <ac:chgData name="Brian Chua" userId="d42f29b442bbaa03" providerId="LiveId" clId="{5D7640D5-5B99-43F6-857D-924A57639EAC}" dt="2026-05-19T05:24:52.745" v="1880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Brian Chua" userId="d42f29b442bbaa03" providerId="LiveId" clId="{5D7640D5-5B99-43F6-857D-924A57639EAC}" dt="2026-05-19T05:25:04.602" v="1885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Brian Chua" userId="d42f29b442bbaa03" providerId="LiveId" clId="{5D7640D5-5B99-43F6-857D-924A57639EAC}" dt="2026-05-19T08:02:19.836" v="2821" actId="20577"/>
          <ac:spMkLst>
            <pc:docMk/>
            <pc:sldMk cId="0" sldId="260"/>
            <ac:spMk id="5" creationId="{00000000-0000-0000-0000-000000000000}"/>
          </ac:spMkLst>
        </pc:spChg>
        <pc:spChg chg="del">
          <ac:chgData name="Brian Chua" userId="d42f29b442bbaa03" providerId="LiveId" clId="{5D7640D5-5B99-43F6-857D-924A57639EAC}" dt="2026-05-19T05:21:14.753" v="1784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Brian Chua" userId="d42f29b442bbaa03" providerId="LiveId" clId="{5D7640D5-5B99-43F6-857D-924A57639EAC}" dt="2026-05-19T05:21:13.977" v="1783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Brian Chua" userId="d42f29b442bbaa03" providerId="LiveId" clId="{5D7640D5-5B99-43F6-857D-924A57639EAC}" dt="2026-05-19T05:21:57.512" v="1787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Brian Chua" userId="d42f29b442bbaa03" providerId="LiveId" clId="{5D7640D5-5B99-43F6-857D-924A57639EAC}" dt="2026-05-19T05:26:57.194" v="2009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Brian Chua" userId="d42f29b442bbaa03" providerId="LiveId" clId="{5D7640D5-5B99-43F6-857D-924A57639EAC}" dt="2026-05-19T05:27:00.866" v="2010" actId="478"/>
          <ac:spMkLst>
            <pc:docMk/>
            <pc:sldMk cId="0" sldId="260"/>
            <ac:spMk id="10" creationId="{00000000-0000-0000-0000-000000000000}"/>
          </ac:spMkLst>
        </pc:spChg>
        <pc:spChg chg="add mod">
          <ac:chgData name="Brian Chua" userId="d42f29b442bbaa03" providerId="LiveId" clId="{5D7640D5-5B99-43F6-857D-924A57639EAC}" dt="2026-05-19T05:32:39.327" v="2246" actId="20577"/>
          <ac:spMkLst>
            <pc:docMk/>
            <pc:sldMk cId="0" sldId="260"/>
            <ac:spMk id="13" creationId="{EDCC4F99-1953-DF5B-E5F8-8CC02F35BD05}"/>
          </ac:spMkLst>
        </pc:spChg>
        <pc:spChg chg="add mod">
          <ac:chgData name="Brian Chua" userId="d42f29b442bbaa03" providerId="LiveId" clId="{5D7640D5-5B99-43F6-857D-924A57639EAC}" dt="2026-05-19T05:25:02.321" v="1884" actId="571"/>
          <ac:spMkLst>
            <pc:docMk/>
            <pc:sldMk cId="0" sldId="260"/>
            <ac:spMk id="14" creationId="{FA9FD437-A763-40ED-677E-5B3353D953C3}"/>
          </ac:spMkLst>
        </pc:spChg>
        <pc:spChg chg="add mod">
          <ac:chgData name="Brian Chua" userId="d42f29b442bbaa03" providerId="LiveId" clId="{5D7640D5-5B99-43F6-857D-924A57639EAC}" dt="2026-05-19T05:25:02.321" v="1884" actId="571"/>
          <ac:spMkLst>
            <pc:docMk/>
            <pc:sldMk cId="0" sldId="260"/>
            <ac:spMk id="15" creationId="{49595967-AFB8-995E-F17B-8A243B4D5C78}"/>
          </ac:spMkLst>
        </pc:spChg>
        <pc:spChg chg="add mod">
          <ac:chgData name="Brian Chua" userId="d42f29b442bbaa03" providerId="LiveId" clId="{5D7640D5-5B99-43F6-857D-924A57639EAC}" dt="2026-05-19T05:25:35.916" v="1889" actId="1076"/>
          <ac:spMkLst>
            <pc:docMk/>
            <pc:sldMk cId="0" sldId="260"/>
            <ac:spMk id="16" creationId="{ABF6B367-61AC-7DD3-D622-BE55F232625E}"/>
          </ac:spMkLst>
        </pc:spChg>
        <pc:spChg chg="add mod">
          <ac:chgData name="Brian Chua" userId="d42f29b442bbaa03" providerId="LiveId" clId="{5D7640D5-5B99-43F6-857D-924A57639EAC}" dt="2026-05-19T05:31:52.158" v="2197" actId="20577"/>
          <ac:spMkLst>
            <pc:docMk/>
            <pc:sldMk cId="0" sldId="260"/>
            <ac:spMk id="17" creationId="{16756295-11E5-B9EF-D608-807913E7F395}"/>
          </ac:spMkLst>
        </pc:spChg>
        <pc:graphicFrameChg chg="add mod ord modGraphic">
          <ac:chgData name="Brian Chua" userId="d42f29b442bbaa03" providerId="LiveId" clId="{5D7640D5-5B99-43F6-857D-924A57639EAC}" dt="2026-05-19T05:28:48.069" v="2144" actId="404"/>
          <ac:graphicFrameMkLst>
            <pc:docMk/>
            <pc:sldMk cId="0" sldId="260"/>
            <ac:graphicFrameMk id="18" creationId="{898B710E-1F6E-439A-5935-F5A1E7176557}"/>
          </ac:graphicFrameMkLst>
        </pc:graphicFrameChg>
        <pc:picChg chg="add mod">
          <ac:chgData name="Brian Chua" userId="d42f29b442bbaa03" providerId="LiveId" clId="{5D7640D5-5B99-43F6-857D-924A57639EAC}" dt="2026-05-19T05:22:05.428" v="1791" actId="1076"/>
          <ac:picMkLst>
            <pc:docMk/>
            <pc:sldMk cId="0" sldId="260"/>
            <ac:picMk id="12" creationId="{C467A7FE-DBD3-A5B7-B90E-459FEE8C35F6}"/>
          </ac:picMkLst>
        </pc:picChg>
      </pc:sldChg>
      <pc:sldChg chg="del">
        <pc:chgData name="Brian Chua" userId="d42f29b442bbaa03" providerId="LiveId" clId="{5D7640D5-5B99-43F6-857D-924A57639EAC}" dt="2026-05-19T05:29:48.309" v="2145" actId="47"/>
        <pc:sldMkLst>
          <pc:docMk/>
          <pc:sldMk cId="0" sldId="261"/>
        </pc:sldMkLst>
      </pc:sldChg>
      <pc:sldChg chg="addSp delSp modSp mod">
        <pc:chgData name="Brian Chua" userId="d42f29b442bbaa03" providerId="LiveId" clId="{5D7640D5-5B99-43F6-857D-924A57639EAC}" dt="2026-05-19T08:05:14.095" v="2849" actId="14100"/>
        <pc:sldMkLst>
          <pc:docMk/>
          <pc:sldMk cId="0" sldId="262"/>
        </pc:sldMkLst>
        <pc:spChg chg="del">
          <ac:chgData name="Brian Chua" userId="d42f29b442bbaa03" providerId="LiveId" clId="{5D7640D5-5B99-43F6-857D-924A57639EAC}" dt="2026-05-19T05:32:11.526" v="2220" actId="478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Brian Chua" userId="d42f29b442bbaa03" providerId="LiveId" clId="{5D7640D5-5B99-43F6-857D-924A57639EAC}" dt="2026-05-19T08:04:59.401" v="2847" actId="14100"/>
          <ac:spMkLst>
            <pc:docMk/>
            <pc:sldMk cId="0" sldId="262"/>
            <ac:spMk id="2" creationId="{AF8DBC90-4C29-A2BE-EEF6-DCC7B0870D6A}"/>
          </ac:spMkLst>
        </pc:spChg>
        <pc:spChg chg="mod">
          <ac:chgData name="Brian Chua" userId="d42f29b442bbaa03" providerId="LiveId" clId="{5D7640D5-5B99-43F6-857D-924A57639EAC}" dt="2026-05-19T05:32:36.503" v="2243" actId="20577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46:43.677" v="254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Brian Chua" userId="d42f29b442bbaa03" providerId="LiveId" clId="{5D7640D5-5B99-43F6-857D-924A57639EAC}" dt="2026-05-19T08:05:14.095" v="2849" actId="14100"/>
          <ac:spMkLst>
            <pc:docMk/>
            <pc:sldMk cId="0" sldId="262"/>
            <ac:spMk id="4" creationId="{69AB15A0-617E-92AB-0478-5E9AAE11A74F}"/>
          </ac:spMkLst>
        </pc:spChg>
        <pc:spChg chg="del mod">
          <ac:chgData name="Brian Chua" userId="d42f29b442bbaa03" providerId="LiveId" clId="{5D7640D5-5B99-43F6-857D-924A57639EAC}" dt="2026-05-19T05:46:44.733" v="2543" actId="478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46:45.691" v="2544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46:41.064" v="2539" actId="478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46:40.472" v="2538" actId="478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46:39.035" v="2537" actId="478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46:41.540" v="2540" actId="478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46:43.039" v="2541" actId="478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Brian Chua" userId="d42f29b442bbaa03" providerId="LiveId" clId="{5D7640D5-5B99-43F6-857D-924A57639EAC}" dt="2026-05-19T05:46:39.035" v="2537" actId="478"/>
          <ac:spMkLst>
            <pc:docMk/>
            <pc:sldMk cId="0" sldId="262"/>
            <ac:spMk id="12" creationId="{00000000-0000-0000-0000-000000000000}"/>
          </ac:spMkLst>
        </pc:spChg>
        <pc:spChg chg="mod">
          <ac:chgData name="Brian Chua" userId="d42f29b442bbaa03" providerId="LiveId" clId="{5D7640D5-5B99-43F6-857D-924A57639EAC}" dt="2026-05-19T05:34:08.758" v="2315" actId="2711"/>
          <ac:spMkLst>
            <pc:docMk/>
            <pc:sldMk cId="0" sldId="262"/>
            <ac:spMk id="13" creationId="{00000000-0000-0000-0000-000000000000}"/>
          </ac:spMkLst>
        </pc:spChg>
        <pc:spChg chg="mod">
          <ac:chgData name="Brian Chua" userId="d42f29b442bbaa03" providerId="LiveId" clId="{5D7640D5-5B99-43F6-857D-924A57639EAC}" dt="2026-05-19T05:34:02.291" v="2314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Brian Chua" userId="d42f29b442bbaa03" providerId="LiveId" clId="{5D7640D5-5B99-43F6-857D-924A57639EAC}" dt="2026-05-19T05:34:02.291" v="2314" actId="103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Brian Chua" userId="d42f29b442bbaa03" providerId="LiveId" clId="{5D7640D5-5B99-43F6-857D-924A57639EAC}" dt="2026-05-19T05:34:18.143" v="2317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Brian Chua" userId="d42f29b442bbaa03" providerId="LiveId" clId="{5D7640D5-5B99-43F6-857D-924A57639EAC}" dt="2026-05-19T05:35:31.879" v="2336" actId="1076"/>
          <ac:spMkLst>
            <pc:docMk/>
            <pc:sldMk cId="0" sldId="262"/>
            <ac:spMk id="17" creationId="{00000000-0000-0000-0000-000000000000}"/>
          </ac:spMkLst>
        </pc:spChg>
        <pc:spChg chg="del">
          <ac:chgData name="Brian Chua" userId="d42f29b442bbaa03" providerId="LiveId" clId="{5D7640D5-5B99-43F6-857D-924A57639EAC}" dt="2026-05-19T05:34:22.196" v="2318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Brian Chua" userId="d42f29b442bbaa03" providerId="LiveId" clId="{5D7640D5-5B99-43F6-857D-924A57639EAC}" dt="2026-05-19T05:34:23.485" v="2319" actId="478"/>
          <ac:spMkLst>
            <pc:docMk/>
            <pc:sldMk cId="0" sldId="262"/>
            <ac:spMk id="19" creationId="{00000000-0000-0000-0000-000000000000}"/>
          </ac:spMkLst>
        </pc:spChg>
        <pc:spChg chg="add mod">
          <ac:chgData name="Brian Chua" userId="d42f29b442bbaa03" providerId="LiveId" clId="{5D7640D5-5B99-43F6-857D-924A57639EAC}" dt="2026-05-19T08:02:45.424" v="2824" actId="255"/>
          <ac:spMkLst>
            <pc:docMk/>
            <pc:sldMk cId="0" sldId="262"/>
            <ac:spMk id="22" creationId="{22029452-920B-60AA-04E6-84771BB162E6}"/>
          </ac:spMkLst>
        </pc:spChg>
        <pc:spChg chg="add mod">
          <ac:chgData name="Brian Chua" userId="d42f29b442bbaa03" providerId="LiveId" clId="{5D7640D5-5B99-43F6-857D-924A57639EAC}" dt="2026-05-19T05:49:07.897" v="2739" actId="20577"/>
          <ac:spMkLst>
            <pc:docMk/>
            <pc:sldMk cId="0" sldId="262"/>
            <ac:spMk id="23" creationId="{82096E76-3F2F-C1D9-1F26-8C2B971F13D2}"/>
          </ac:spMkLst>
        </pc:spChg>
        <pc:picChg chg="add mod">
          <ac:chgData name="Brian Chua" userId="d42f29b442bbaa03" providerId="LiveId" clId="{5D7640D5-5B99-43F6-857D-924A57639EAC}" dt="2026-05-19T05:33:24.454" v="2249" actId="1076"/>
          <ac:picMkLst>
            <pc:docMk/>
            <pc:sldMk cId="0" sldId="262"/>
            <ac:picMk id="20" creationId="{EF35AAC2-7737-4069-8839-0BF93F3DF62C}"/>
          </ac:picMkLst>
        </pc:picChg>
        <pc:picChg chg="add mod">
          <ac:chgData name="Brian Chua" userId="d42f29b442bbaa03" providerId="LiveId" clId="{5D7640D5-5B99-43F6-857D-924A57639EAC}" dt="2026-05-19T05:33:26.430" v="2250"/>
          <ac:picMkLst>
            <pc:docMk/>
            <pc:sldMk cId="0" sldId="262"/>
            <ac:picMk id="21" creationId="{0C74F9F6-B85D-1FD2-93D2-CD373CE4056D}"/>
          </ac:picMkLst>
        </pc:picChg>
      </pc:sldChg>
      <pc:sldChg chg="delSp modSp mod">
        <pc:chgData name="Brian Chua" userId="d42f29b442bbaa03" providerId="LiveId" clId="{5D7640D5-5B99-43F6-857D-924A57639EAC}" dt="2026-05-19T08:01:51.156" v="2812" actId="403"/>
        <pc:sldMkLst>
          <pc:docMk/>
          <pc:sldMk cId="0" sldId="263"/>
        </pc:sldMkLst>
        <pc:spChg chg="del">
          <ac:chgData name="Brian Chua" userId="d42f29b442bbaa03" providerId="LiveId" clId="{5D7640D5-5B99-43F6-857D-924A57639EAC}" dt="2026-05-19T05:49:29.141" v="2740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Brian Chua" userId="d42f29b442bbaa03" providerId="LiveId" clId="{5D7640D5-5B99-43F6-857D-924A57639EAC}" dt="2026-05-19T05:49:51.855" v="2799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Brian Chua" userId="d42f29b442bbaa03" providerId="LiveId" clId="{5D7640D5-5B99-43F6-857D-924A57639EAC}" dt="2026-05-19T08:01:39.680" v="2810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Brian Chua" userId="d42f29b442bbaa03" providerId="LiveId" clId="{5D7640D5-5B99-43F6-857D-924A57639EAC}" dt="2026-05-19T08:01:23.989" v="2807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Brian Chua" userId="d42f29b442bbaa03" providerId="LiveId" clId="{5D7640D5-5B99-43F6-857D-924A57639EAC}" dt="2026-05-19T08:01:32.638" v="2809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Brian Chua" userId="d42f29b442bbaa03" providerId="LiveId" clId="{5D7640D5-5B99-43F6-857D-924A57639EAC}" dt="2026-05-19T08:01:46.929" v="2811" actId="2711"/>
          <ac:spMkLst>
            <pc:docMk/>
            <pc:sldMk cId="0" sldId="263"/>
            <ac:spMk id="8" creationId="{00000000-0000-0000-0000-000000000000}"/>
          </ac:spMkLst>
        </pc:spChg>
        <pc:spChg chg="mod">
          <ac:chgData name="Brian Chua" userId="d42f29b442bbaa03" providerId="LiveId" clId="{5D7640D5-5B99-43F6-857D-924A57639EAC}" dt="2026-05-19T08:01:46.929" v="2811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Brian Chua" userId="d42f29b442bbaa03" providerId="LiveId" clId="{5D7640D5-5B99-43F6-857D-924A57639EAC}" dt="2026-05-19T08:01:46.929" v="2811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Brian Chua" userId="d42f29b442bbaa03" providerId="LiveId" clId="{5D7640D5-5B99-43F6-857D-924A57639EAC}" dt="2026-05-19T08:01:51.156" v="2812" actId="403"/>
          <ac:spMkLst>
            <pc:docMk/>
            <pc:sldMk cId="0" sldId="263"/>
            <ac:spMk id="11" creationId="{00000000-0000-0000-0000-000000000000}"/>
          </ac:spMkLst>
        </pc:spChg>
        <pc:spChg chg="del">
          <ac:chgData name="Brian Chua" userId="d42f29b442bbaa03" providerId="LiveId" clId="{5D7640D5-5B99-43F6-857D-924A57639EAC}" dt="2026-05-19T05:49:57.194" v="2800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Brian Chua" userId="d42f29b442bbaa03" providerId="LiveId" clId="{5D7640D5-5B99-43F6-857D-924A57639EAC}" dt="2026-05-19T05:49:59.004" v="2801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Brian Chua" userId="d42f29b442bbaa03" providerId="LiveId" clId="{5D7640D5-5B99-43F6-857D-924A57639EAC}" dt="2026-05-19T05:49:59.791" v="2802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Brian Chua" userId="d42f29b442bbaa03" providerId="LiveId" clId="{5D7640D5-5B99-43F6-857D-924A57639EAC}" dt="2026-05-19T05:50:00.674" v="2803" actId="478"/>
          <ac:spMkLst>
            <pc:docMk/>
            <pc:sldMk cId="0" sldId="263"/>
            <ac:spMk id="15" creationId="{00000000-0000-0000-0000-000000000000}"/>
          </ac:spMkLst>
        </pc:spChg>
      </pc:sldChg>
      <pc:sldChg chg="del">
        <pc:chgData name="Brian Chua" userId="d42f29b442bbaa03" providerId="LiveId" clId="{5D7640D5-5B99-43F6-857D-924A57639EAC}" dt="2026-05-19T05:50:26.290" v="2804" actId="47"/>
        <pc:sldMkLst>
          <pc:docMk/>
          <pc:sldMk cId="0" sldId="264"/>
        </pc:sldMkLst>
      </pc:sldChg>
      <pc:sldChg chg="del">
        <pc:chgData name="Brian Chua" userId="d42f29b442bbaa03" providerId="LiveId" clId="{5D7640D5-5B99-43F6-857D-924A57639EAC}" dt="2026-05-19T05:20:23.683" v="1765" actId="47"/>
        <pc:sldMkLst>
          <pc:docMk/>
          <pc:sldMk cId="0" sldId="265"/>
        </pc:sldMkLst>
      </pc:sldChg>
      <pc:sldChg chg="addSp delSp modSp add mod setBg">
        <pc:chgData name="Brian Chua" userId="d42f29b442bbaa03" providerId="LiveId" clId="{5D7640D5-5B99-43F6-857D-924A57639EAC}" dt="2026-05-19T05:21:22.339" v="1786" actId="14100"/>
        <pc:sldMkLst>
          <pc:docMk/>
          <pc:sldMk cId="1045455131" sldId="266"/>
        </pc:sldMkLst>
        <pc:spChg chg="add del">
          <ac:chgData name="Brian Chua" userId="d42f29b442bbaa03" providerId="LiveId" clId="{5D7640D5-5B99-43F6-857D-924A57639EAC}" dt="2026-05-19T04:44:45.136" v="847" actId="478"/>
          <ac:spMkLst>
            <pc:docMk/>
            <pc:sldMk cId="1045455131" sldId="266"/>
            <ac:spMk id="2" creationId="{1D7E10E4-9511-504F-9F3C-E10687371861}"/>
          </ac:spMkLst>
        </pc:spChg>
        <pc:spChg chg="mod">
          <ac:chgData name="Brian Chua" userId="d42f29b442bbaa03" providerId="LiveId" clId="{5D7640D5-5B99-43F6-857D-924A57639EAC}" dt="2026-05-19T04:44:05.337" v="844" actId="20577"/>
          <ac:spMkLst>
            <pc:docMk/>
            <pc:sldMk cId="1045455131" sldId="266"/>
            <ac:spMk id="3" creationId="{69E73224-BE56-8D63-ECFC-71425E3FE0A4}"/>
          </ac:spMkLst>
        </pc:spChg>
        <pc:spChg chg="del">
          <ac:chgData name="Brian Chua" userId="d42f29b442bbaa03" providerId="LiveId" clId="{5D7640D5-5B99-43F6-857D-924A57639EAC}" dt="2026-05-19T04:44:08.809" v="845" actId="478"/>
          <ac:spMkLst>
            <pc:docMk/>
            <pc:sldMk cId="1045455131" sldId="266"/>
            <ac:spMk id="4" creationId="{F9A7971D-6109-E2C8-14A5-8A1671D3701A}"/>
          </ac:spMkLst>
        </pc:spChg>
        <pc:spChg chg="add mod">
          <ac:chgData name="Brian Chua" userId="d42f29b442bbaa03" providerId="LiveId" clId="{5D7640D5-5B99-43F6-857D-924A57639EAC}" dt="2026-05-19T04:55:21.218" v="1145" actId="255"/>
          <ac:spMkLst>
            <pc:docMk/>
            <pc:sldMk cId="1045455131" sldId="266"/>
            <ac:spMk id="5" creationId="{3F84679C-BEEE-0D12-AB60-FF62202AD3A2}"/>
          </ac:spMkLst>
        </pc:spChg>
        <pc:spChg chg="add del mod">
          <ac:chgData name="Brian Chua" userId="d42f29b442bbaa03" providerId="LiveId" clId="{5D7640D5-5B99-43F6-857D-924A57639EAC}" dt="2026-05-19T04:47:36.348" v="865" actId="478"/>
          <ac:spMkLst>
            <pc:docMk/>
            <pc:sldMk cId="1045455131" sldId="266"/>
            <ac:spMk id="6" creationId="{1FF18CF8-3607-5827-57F3-9395ED0AA8B9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7" creationId="{43D6FCCC-ECB5-BCD3-C121-A146D1359E4D}"/>
          </ac:spMkLst>
        </pc:spChg>
        <pc:spChg chg="add mod">
          <ac:chgData name="Brian Chua" userId="d42f29b442bbaa03" providerId="LiveId" clId="{5D7640D5-5B99-43F6-857D-924A57639EAC}" dt="2026-05-19T04:49:31.313" v="921" actId="164"/>
          <ac:spMkLst>
            <pc:docMk/>
            <pc:sldMk cId="1045455131" sldId="266"/>
            <ac:spMk id="8" creationId="{382959AF-9229-EBB3-4F8F-A12E4AD8851B}"/>
          </ac:spMkLst>
        </pc:spChg>
        <pc:spChg chg="add mod">
          <ac:chgData name="Brian Chua" userId="d42f29b442bbaa03" providerId="LiveId" clId="{5D7640D5-5B99-43F6-857D-924A57639EAC}" dt="2026-05-19T04:55:29.156" v="1147" actId="255"/>
          <ac:spMkLst>
            <pc:docMk/>
            <pc:sldMk cId="1045455131" sldId="266"/>
            <ac:spMk id="9" creationId="{002B28EA-0BDD-032C-32A0-BBA61A40E781}"/>
          </ac:spMkLst>
        </pc:spChg>
        <pc:spChg chg="mod">
          <ac:chgData name="Brian Chua" userId="d42f29b442bbaa03" providerId="LiveId" clId="{5D7640D5-5B99-43F6-857D-924A57639EAC}" dt="2026-05-19T04:49:33.531" v="922"/>
          <ac:spMkLst>
            <pc:docMk/>
            <pc:sldMk cId="1045455131" sldId="266"/>
            <ac:spMk id="12" creationId="{4B502CE7-DCA5-7EB8-B1FC-AC5D98CD2677}"/>
          </ac:spMkLst>
        </pc:spChg>
        <pc:spChg chg="mod">
          <ac:chgData name="Brian Chua" userId="d42f29b442bbaa03" providerId="LiveId" clId="{5D7640D5-5B99-43F6-857D-924A57639EAC}" dt="2026-05-19T04:55:32.372" v="1148" actId="255"/>
          <ac:spMkLst>
            <pc:docMk/>
            <pc:sldMk cId="1045455131" sldId="266"/>
            <ac:spMk id="13" creationId="{E7FEA6AA-25B6-3C57-1280-CF75BF5EAF68}"/>
          </ac:spMkLst>
        </pc:spChg>
        <pc:spChg chg="mod">
          <ac:chgData name="Brian Chua" userId="d42f29b442bbaa03" providerId="LiveId" clId="{5D7640D5-5B99-43F6-857D-924A57639EAC}" dt="2026-05-19T04:49:45.577" v="934"/>
          <ac:spMkLst>
            <pc:docMk/>
            <pc:sldMk cId="1045455131" sldId="266"/>
            <ac:spMk id="15" creationId="{053EE5E2-D7C3-202A-9B61-ED0BB169F318}"/>
          </ac:spMkLst>
        </pc:spChg>
        <pc:spChg chg="mod">
          <ac:chgData name="Brian Chua" userId="d42f29b442bbaa03" providerId="LiveId" clId="{5D7640D5-5B99-43F6-857D-924A57639EAC}" dt="2026-05-19T04:55:35.478" v="1149" actId="255"/>
          <ac:spMkLst>
            <pc:docMk/>
            <pc:sldMk cId="1045455131" sldId="266"/>
            <ac:spMk id="16" creationId="{6A8DFDD5-4538-418E-6809-C5B5C6423AF9}"/>
          </ac:spMkLst>
        </pc:spChg>
        <pc:spChg chg="mod">
          <ac:chgData name="Brian Chua" userId="d42f29b442bbaa03" providerId="LiveId" clId="{5D7640D5-5B99-43F6-857D-924A57639EAC}" dt="2026-05-19T04:49:56.770" v="946"/>
          <ac:spMkLst>
            <pc:docMk/>
            <pc:sldMk cId="1045455131" sldId="266"/>
            <ac:spMk id="18" creationId="{FBFB1CFD-C699-B7FC-CD24-354594BCF379}"/>
          </ac:spMkLst>
        </pc:spChg>
        <pc:spChg chg="mod">
          <ac:chgData name="Brian Chua" userId="d42f29b442bbaa03" providerId="LiveId" clId="{5D7640D5-5B99-43F6-857D-924A57639EAC}" dt="2026-05-19T04:55:25.731" v="1146" actId="255"/>
          <ac:spMkLst>
            <pc:docMk/>
            <pc:sldMk cId="1045455131" sldId="266"/>
            <ac:spMk id="19" creationId="{E2225562-0E7B-F672-A09E-95918B711CD3}"/>
          </ac:spMkLst>
        </pc:spChg>
        <pc:spChg chg="add mod">
          <ac:chgData name="Brian Chua" userId="d42f29b442bbaa03" providerId="LiveId" clId="{5D7640D5-5B99-43F6-857D-924A57639EAC}" dt="2026-05-19T04:52:12.280" v="1054" actId="1076"/>
          <ac:spMkLst>
            <pc:docMk/>
            <pc:sldMk cId="1045455131" sldId="266"/>
            <ac:spMk id="20" creationId="{8A83C91D-9B03-A0F6-C2E0-D93E4A0B873B}"/>
          </ac:spMkLst>
        </pc:spChg>
        <pc:spChg chg="del">
          <ac:chgData name="Brian Chua" userId="d42f29b442bbaa03" providerId="LiveId" clId="{5D7640D5-5B99-43F6-857D-924A57639EAC}" dt="2026-05-19T05:09:42.843" v="1495" actId="478"/>
          <ac:spMkLst>
            <pc:docMk/>
            <pc:sldMk cId="1045455131" sldId="266"/>
            <ac:spMk id="21" creationId="{A231BBBA-14B8-D34B-0EAC-008EE292D335}"/>
          </ac:spMkLst>
        </pc:spChg>
        <pc:spChg chg="del mod">
          <ac:chgData name="Brian Chua" userId="d42f29b442bbaa03" providerId="LiveId" clId="{5D7640D5-5B99-43F6-857D-924A57639EAC}" dt="2026-05-19T05:12:53.841" v="1571" actId="478"/>
          <ac:spMkLst>
            <pc:docMk/>
            <pc:sldMk cId="1045455131" sldId="266"/>
            <ac:spMk id="22" creationId="{E6FC3DE8-342E-8C2B-3215-CE9F7CDFB1AA}"/>
          </ac:spMkLst>
        </pc:spChg>
        <pc:spChg chg="add mod">
          <ac:chgData name="Brian Chua" userId="d42f29b442bbaa03" providerId="LiveId" clId="{5D7640D5-5B99-43F6-857D-924A57639EAC}" dt="2026-05-19T04:52:18.080" v="1056" actId="1076"/>
          <ac:spMkLst>
            <pc:docMk/>
            <pc:sldMk cId="1045455131" sldId="266"/>
            <ac:spMk id="23" creationId="{706EBEA9-0BAB-D6E0-119F-4353761B4A1D}"/>
          </ac:spMkLst>
        </pc:spChg>
        <pc:spChg chg="add mod">
          <ac:chgData name="Brian Chua" userId="d42f29b442bbaa03" providerId="LiveId" clId="{5D7640D5-5B99-43F6-857D-924A57639EAC}" dt="2026-05-19T04:52:21.882" v="1058" actId="1076"/>
          <ac:spMkLst>
            <pc:docMk/>
            <pc:sldMk cId="1045455131" sldId="266"/>
            <ac:spMk id="24" creationId="{9037FF13-5B0D-34BC-B358-B8A317454D15}"/>
          </ac:spMkLst>
        </pc:spChg>
        <pc:spChg chg="add del mod">
          <ac:chgData name="Brian Chua" userId="d42f29b442bbaa03" providerId="LiveId" clId="{5D7640D5-5B99-43F6-857D-924A57639EAC}" dt="2026-05-19T04:54:48.849" v="1117" actId="478"/>
          <ac:spMkLst>
            <pc:docMk/>
            <pc:sldMk cId="1045455131" sldId="266"/>
            <ac:spMk id="25" creationId="{D24F2A04-0B67-93C9-5C1D-50CC35725216}"/>
          </ac:spMkLst>
        </pc:spChg>
        <pc:spChg chg="add mod">
          <ac:chgData name="Brian Chua" userId="d42f29b442bbaa03" providerId="LiveId" clId="{5D7640D5-5B99-43F6-857D-924A57639EAC}" dt="2026-05-19T04:55:38.536" v="1150" actId="1076"/>
          <ac:spMkLst>
            <pc:docMk/>
            <pc:sldMk cId="1045455131" sldId="266"/>
            <ac:spMk id="26" creationId="{A85A2A3E-9FBF-1D1E-15FA-D259839353CA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27" creationId="{AA9DBAF4-828B-D655-C4C7-3716E9AEA52D}"/>
          </ac:spMkLst>
        </pc:spChg>
        <pc:spChg chg="add mod">
          <ac:chgData name="Brian Chua" userId="d42f29b442bbaa03" providerId="LiveId" clId="{5D7640D5-5B99-43F6-857D-924A57639EAC}" dt="2026-05-19T04:56:03.091" v="1174" actId="20577"/>
          <ac:spMkLst>
            <pc:docMk/>
            <pc:sldMk cId="1045455131" sldId="266"/>
            <ac:spMk id="28" creationId="{AD6400F5-08E4-627C-BB25-1F120B174F87}"/>
          </ac:spMkLst>
        </pc:spChg>
        <pc:spChg chg="add mod">
          <ac:chgData name="Brian Chua" userId="d42f29b442bbaa03" providerId="LiveId" clId="{5D7640D5-5B99-43F6-857D-924A57639EAC}" dt="2026-05-19T04:56:24.840" v="1182" actId="20577"/>
          <ac:spMkLst>
            <pc:docMk/>
            <pc:sldMk cId="1045455131" sldId="266"/>
            <ac:spMk id="29" creationId="{37A33F1D-A786-6A5F-1DBB-4E1E587FDCE1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30" creationId="{BCBDF408-EE1A-1ACF-2521-C3DE3EB51162}"/>
          </ac:spMkLst>
        </pc:spChg>
        <pc:spChg chg="add mod">
          <ac:chgData name="Brian Chua" userId="d42f29b442bbaa03" providerId="LiveId" clId="{5D7640D5-5B99-43F6-857D-924A57639EAC}" dt="2026-05-19T04:56:31.480" v="1194" actId="20577"/>
          <ac:spMkLst>
            <pc:docMk/>
            <pc:sldMk cId="1045455131" sldId="266"/>
            <ac:spMk id="31" creationId="{D7EE7576-CCDF-04B9-18A0-4A0A98242FAD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32" creationId="{855012DA-103B-3F29-61A2-C5FB169B0D4A}"/>
          </ac:spMkLst>
        </pc:spChg>
        <pc:spChg chg="add mod">
          <ac:chgData name="Brian Chua" userId="d42f29b442bbaa03" providerId="LiveId" clId="{5D7640D5-5B99-43F6-857D-924A57639EAC}" dt="2026-05-19T04:57:40.224" v="1212" actId="20577"/>
          <ac:spMkLst>
            <pc:docMk/>
            <pc:sldMk cId="1045455131" sldId="266"/>
            <ac:spMk id="33" creationId="{312FC7C2-69D2-96DA-23BE-CBFCC9DC77D9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34" creationId="{557F2EB2-C8FD-C002-F6DE-455BE5D24B7E}"/>
          </ac:spMkLst>
        </pc:spChg>
        <pc:spChg chg="add mod">
          <ac:chgData name="Brian Chua" userId="d42f29b442bbaa03" providerId="LiveId" clId="{5D7640D5-5B99-43F6-857D-924A57639EAC}" dt="2026-05-19T04:57:49.023" v="1226" actId="20577"/>
          <ac:spMkLst>
            <pc:docMk/>
            <pc:sldMk cId="1045455131" sldId="266"/>
            <ac:spMk id="35" creationId="{B651E9A8-B163-3372-790F-05709C17FA93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36" creationId="{C3ECD302-C009-FFBF-5E93-23F94F456966}"/>
          </ac:spMkLst>
        </pc:spChg>
        <pc:spChg chg="add mod">
          <ac:chgData name="Brian Chua" userId="d42f29b442bbaa03" providerId="LiveId" clId="{5D7640D5-5B99-43F6-857D-924A57639EAC}" dt="2026-05-19T04:59:44.059" v="1276" actId="20577"/>
          <ac:spMkLst>
            <pc:docMk/>
            <pc:sldMk cId="1045455131" sldId="266"/>
            <ac:spMk id="37" creationId="{CE8F3DA9-2D54-9C08-6AB1-A085DEA0A551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38" creationId="{14F99AE5-403A-D555-4879-AA14C96051DF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39" creationId="{E640F44F-6F6A-D924-A7CF-C0E37F89D117}"/>
          </ac:spMkLst>
        </pc:spChg>
        <pc:spChg chg="add mod">
          <ac:chgData name="Brian Chua" userId="d42f29b442bbaa03" providerId="LiveId" clId="{5D7640D5-5B99-43F6-857D-924A57639EAC}" dt="2026-05-19T04:59:27.081" v="1245" actId="1076"/>
          <ac:spMkLst>
            <pc:docMk/>
            <pc:sldMk cId="1045455131" sldId="266"/>
            <ac:spMk id="40" creationId="{8FCDEA5C-3014-D2AA-8A57-47C3C8F97616}"/>
          </ac:spMkLst>
        </pc:spChg>
        <pc:spChg chg="add mod">
          <ac:chgData name="Brian Chua" userId="d42f29b442bbaa03" providerId="LiveId" clId="{5D7640D5-5B99-43F6-857D-924A57639EAC}" dt="2026-05-19T05:04:01.329" v="1428" actId="1076"/>
          <ac:spMkLst>
            <pc:docMk/>
            <pc:sldMk cId="1045455131" sldId="266"/>
            <ac:spMk id="111" creationId="{7B21D1FF-71DA-A98B-C94B-2CCBD5764272}"/>
          </ac:spMkLst>
        </pc:spChg>
        <pc:spChg chg="add mo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112" creationId="{D37C8A6B-A9A5-74EE-4D70-34A3C29C5711}"/>
          </ac:spMkLst>
        </pc:spChg>
        <pc:spChg chg="add mod ord">
          <ac:chgData name="Brian Chua" userId="d42f29b442bbaa03" providerId="LiveId" clId="{5D7640D5-5B99-43F6-857D-924A57639EAC}" dt="2026-05-19T05:06:05.070" v="1456" actId="14100"/>
          <ac:spMkLst>
            <pc:docMk/>
            <pc:sldMk cId="1045455131" sldId="266"/>
            <ac:spMk id="119" creationId="{A300D916-1633-AFC8-1609-71D24E5E0DFF}"/>
          </ac:spMkLst>
        </pc:spChg>
        <pc:spChg chg="add mod ord">
          <ac:chgData name="Brian Chua" userId="d42f29b442bbaa03" providerId="LiveId" clId="{5D7640D5-5B99-43F6-857D-924A57639EAC}" dt="2026-05-19T05:18:08.443" v="1761" actId="164"/>
          <ac:spMkLst>
            <pc:docMk/>
            <pc:sldMk cId="1045455131" sldId="266"/>
            <ac:spMk id="120" creationId="{D691E7E9-DDF6-28DC-8C54-D67FCE3EDAD4}"/>
          </ac:spMkLst>
        </pc:spChg>
        <pc:spChg chg="add mod ord">
          <ac:chgData name="Brian Chua" userId="d42f29b442bbaa03" providerId="LiveId" clId="{5D7640D5-5B99-43F6-857D-924A57639EAC}" dt="2026-05-19T05:06:15.371" v="1459" actId="14100"/>
          <ac:spMkLst>
            <pc:docMk/>
            <pc:sldMk cId="1045455131" sldId="266"/>
            <ac:spMk id="121" creationId="{4DF19EDA-E74D-C763-06B4-84D93EAAE5AD}"/>
          </ac:spMkLst>
        </pc:spChg>
        <pc:spChg chg="add mod">
          <ac:chgData name="Brian Chua" userId="d42f29b442bbaa03" providerId="LiveId" clId="{5D7640D5-5B99-43F6-857D-924A57639EAC}" dt="2026-05-19T05:10:29.230" v="1535" actId="1036"/>
          <ac:spMkLst>
            <pc:docMk/>
            <pc:sldMk cId="1045455131" sldId="266"/>
            <ac:spMk id="122" creationId="{8D8722CA-C2BE-9EA5-1324-0D2DD3676434}"/>
          </ac:spMkLst>
        </pc:spChg>
        <pc:spChg chg="mod">
          <ac:chgData name="Brian Chua" userId="d42f29b442bbaa03" providerId="LiveId" clId="{5D7640D5-5B99-43F6-857D-924A57639EAC}" dt="2026-05-19T05:10:29.230" v="1535" actId="1036"/>
          <ac:spMkLst>
            <pc:docMk/>
            <pc:sldMk cId="1045455131" sldId="266"/>
            <ac:spMk id="123" creationId="{8C1C42E2-29DB-9BD1-7CA9-5D9B345FD2BF}"/>
          </ac:spMkLst>
        </pc:spChg>
        <pc:spChg chg="mod">
          <ac:chgData name="Brian Chua" userId="d42f29b442bbaa03" providerId="LiveId" clId="{5D7640D5-5B99-43F6-857D-924A57639EAC}" dt="2026-05-19T05:10:59.237" v="1544" actId="207"/>
          <ac:spMkLst>
            <pc:docMk/>
            <pc:sldMk cId="1045455131" sldId="266"/>
            <ac:spMk id="124" creationId="{E16A2391-AB23-F14B-AF27-06516F7EA528}"/>
          </ac:spMkLst>
        </pc:spChg>
        <pc:spChg chg="mod">
          <ac:chgData name="Brian Chua" userId="d42f29b442bbaa03" providerId="LiveId" clId="{5D7640D5-5B99-43F6-857D-924A57639EAC}" dt="2026-05-19T05:11:06.979" v="1545" actId="207"/>
          <ac:spMkLst>
            <pc:docMk/>
            <pc:sldMk cId="1045455131" sldId="266"/>
            <ac:spMk id="125" creationId="{E14AA31F-CD96-52D1-F120-648973124394}"/>
          </ac:spMkLst>
        </pc:spChg>
        <pc:spChg chg="add mod">
          <ac:chgData name="Brian Chua" userId="d42f29b442bbaa03" providerId="LiveId" clId="{5D7640D5-5B99-43F6-857D-924A57639EAC}" dt="2026-05-19T05:10:38.950" v="1537" actId="1076"/>
          <ac:spMkLst>
            <pc:docMk/>
            <pc:sldMk cId="1045455131" sldId="266"/>
            <ac:spMk id="126" creationId="{C38E2E31-5C2B-AD82-EBB5-B4936406D169}"/>
          </ac:spMkLst>
        </pc:spChg>
        <pc:spChg chg="mod">
          <ac:chgData name="Brian Chua" userId="d42f29b442bbaa03" providerId="LiveId" clId="{5D7640D5-5B99-43F6-857D-924A57639EAC}" dt="2026-05-19T05:12:51.618" v="1570" actId="1037"/>
          <ac:spMkLst>
            <pc:docMk/>
            <pc:sldMk cId="1045455131" sldId="266"/>
            <ac:spMk id="127" creationId="{2DDD0655-23A5-250E-8D23-B700D3C09D18}"/>
          </ac:spMkLst>
        </pc:spChg>
        <pc:spChg chg="mod">
          <ac:chgData name="Brian Chua" userId="d42f29b442bbaa03" providerId="LiveId" clId="{5D7640D5-5B99-43F6-857D-924A57639EAC}" dt="2026-05-19T05:12:51.618" v="1570" actId="1037"/>
          <ac:spMkLst>
            <pc:docMk/>
            <pc:sldMk cId="1045455131" sldId="266"/>
            <ac:spMk id="128" creationId="{8EB9D83B-B9DB-C7CE-598C-8436E59DB216}"/>
          </ac:spMkLst>
        </pc:spChg>
        <pc:spChg chg="add mod">
          <ac:chgData name="Brian Chua" userId="d42f29b442bbaa03" providerId="LiveId" clId="{5D7640D5-5B99-43F6-857D-924A57639EAC}" dt="2026-05-19T05:12:51.618" v="1570" actId="1037"/>
          <ac:spMkLst>
            <pc:docMk/>
            <pc:sldMk cId="1045455131" sldId="266"/>
            <ac:spMk id="129" creationId="{D1A3EA8E-9A4B-73C1-C69A-A2CC6CE837B9}"/>
          </ac:spMkLst>
        </pc:spChg>
        <pc:spChg chg="mod">
          <ac:chgData name="Brian Chua" userId="d42f29b442bbaa03" providerId="LiveId" clId="{5D7640D5-5B99-43F6-857D-924A57639EAC}" dt="2026-05-19T05:12:51.618" v="1570" actId="1037"/>
          <ac:spMkLst>
            <pc:docMk/>
            <pc:sldMk cId="1045455131" sldId="266"/>
            <ac:spMk id="130" creationId="{56AC7BEB-55C8-0B3E-266E-6AB9A21527B0}"/>
          </ac:spMkLst>
        </pc:spChg>
        <pc:spChg chg="mod">
          <ac:chgData name="Brian Chua" userId="d42f29b442bbaa03" providerId="LiveId" clId="{5D7640D5-5B99-43F6-857D-924A57639EAC}" dt="2026-05-19T05:12:51.618" v="1570" actId="1037"/>
          <ac:spMkLst>
            <pc:docMk/>
            <pc:sldMk cId="1045455131" sldId="266"/>
            <ac:spMk id="131" creationId="{963881F9-9930-164A-DBD5-C5081FFCA1D0}"/>
          </ac:spMkLst>
        </pc:spChg>
        <pc:spChg chg="add del mod">
          <ac:chgData name="Brian Chua" userId="d42f29b442bbaa03" providerId="LiveId" clId="{5D7640D5-5B99-43F6-857D-924A57639EAC}" dt="2026-05-19T05:12:08.879" v="1557" actId="14100"/>
          <ac:spMkLst>
            <pc:docMk/>
            <pc:sldMk cId="1045455131" sldId="266"/>
            <ac:spMk id="132" creationId="{74DE101A-0BD9-3E68-6363-2D0F62CB7BE4}"/>
          </ac:spMkLst>
        </pc:spChg>
        <pc:spChg chg="add mod">
          <ac:chgData name="Brian Chua" userId="d42f29b442bbaa03" providerId="LiveId" clId="{5D7640D5-5B99-43F6-857D-924A57639EAC}" dt="2026-05-19T05:11:52.012" v="1553" actId="1076"/>
          <ac:spMkLst>
            <pc:docMk/>
            <pc:sldMk cId="1045455131" sldId="266"/>
            <ac:spMk id="133" creationId="{FA94C9A1-F9A7-16F0-F4AF-0C94255B9CF9}"/>
          </ac:spMkLst>
        </pc:spChg>
        <pc:spChg chg="mod">
          <ac:chgData name="Brian Chua" userId="d42f29b442bbaa03" providerId="LiveId" clId="{5D7640D5-5B99-43F6-857D-924A57639EAC}" dt="2026-05-19T05:11:52.012" v="1553" actId="1076"/>
          <ac:spMkLst>
            <pc:docMk/>
            <pc:sldMk cId="1045455131" sldId="266"/>
            <ac:spMk id="134" creationId="{4FF032AE-089A-46AB-F088-F9F658312336}"/>
          </ac:spMkLst>
        </pc:spChg>
        <pc:spChg chg="add mod">
          <ac:chgData name="Brian Chua" userId="d42f29b442bbaa03" providerId="LiveId" clId="{5D7640D5-5B99-43F6-857D-924A57639EAC}" dt="2026-05-19T05:11:57.852" v="1554" actId="1076"/>
          <ac:spMkLst>
            <pc:docMk/>
            <pc:sldMk cId="1045455131" sldId="266"/>
            <ac:spMk id="135" creationId="{709B4F11-79B5-A36C-1103-65EC15CB6BD5}"/>
          </ac:spMkLst>
        </pc:spChg>
        <pc:spChg chg="add mod">
          <ac:chgData name="Brian Chua" userId="d42f29b442bbaa03" providerId="LiveId" clId="{5D7640D5-5B99-43F6-857D-924A57639EAC}" dt="2026-05-19T05:12:41.909" v="1565" actId="14100"/>
          <ac:spMkLst>
            <pc:docMk/>
            <pc:sldMk cId="1045455131" sldId="266"/>
            <ac:spMk id="136" creationId="{175EC290-E372-A93D-EF22-9F3F70A55A62}"/>
          </ac:spMkLst>
        </pc:spChg>
        <pc:spChg chg="del">
          <ac:chgData name="Brian Chua" userId="d42f29b442bbaa03" providerId="LiveId" clId="{5D7640D5-5B99-43F6-857D-924A57639EAC}" dt="2026-05-19T05:07:07.377" v="1461" actId="478"/>
          <ac:spMkLst>
            <pc:docMk/>
            <pc:sldMk cId="1045455131" sldId="266"/>
            <ac:spMk id="137" creationId="{CEBBB3D7-0774-9184-7301-7E94BCA53939}"/>
          </ac:spMkLst>
        </pc:spChg>
        <pc:spChg chg="del">
          <ac:chgData name="Brian Chua" userId="d42f29b442bbaa03" providerId="LiveId" clId="{5D7640D5-5B99-43F6-857D-924A57639EAC}" dt="2026-05-19T05:07:12.307" v="1462" actId="478"/>
          <ac:spMkLst>
            <pc:docMk/>
            <pc:sldMk cId="1045455131" sldId="266"/>
            <ac:spMk id="138" creationId="{6566A35D-FE6E-C736-EBCC-77C15CEF10DC}"/>
          </ac:spMkLst>
        </pc:spChg>
        <pc:spChg chg="del">
          <ac:chgData name="Brian Chua" userId="d42f29b442bbaa03" providerId="LiveId" clId="{5D7640D5-5B99-43F6-857D-924A57639EAC}" dt="2026-05-19T05:07:07.377" v="1461" actId="478"/>
          <ac:spMkLst>
            <pc:docMk/>
            <pc:sldMk cId="1045455131" sldId="266"/>
            <ac:spMk id="139" creationId="{E7CDED05-4B3B-84EF-2676-2FF695F42C44}"/>
          </ac:spMkLst>
        </pc:spChg>
        <pc:spChg chg="del">
          <ac:chgData name="Brian Chua" userId="d42f29b442bbaa03" providerId="LiveId" clId="{5D7640D5-5B99-43F6-857D-924A57639EAC}" dt="2026-05-19T05:07:12.307" v="1462" actId="478"/>
          <ac:spMkLst>
            <pc:docMk/>
            <pc:sldMk cId="1045455131" sldId="266"/>
            <ac:spMk id="140" creationId="{6F513833-894E-F010-EC81-B99C76A1D5D5}"/>
          </ac:spMkLst>
        </pc:spChg>
        <pc:spChg chg="del">
          <ac:chgData name="Brian Chua" userId="d42f29b442bbaa03" providerId="LiveId" clId="{5D7640D5-5B99-43F6-857D-924A57639EAC}" dt="2026-05-19T05:07:07.377" v="1461" actId="478"/>
          <ac:spMkLst>
            <pc:docMk/>
            <pc:sldMk cId="1045455131" sldId="266"/>
            <ac:spMk id="141" creationId="{EF63E99F-F9F9-9544-47B8-E2DD7D391068}"/>
          </ac:spMkLst>
        </pc:spChg>
        <pc:spChg chg="del">
          <ac:chgData name="Brian Chua" userId="d42f29b442bbaa03" providerId="LiveId" clId="{5D7640D5-5B99-43F6-857D-924A57639EAC}" dt="2026-05-19T05:07:12.307" v="1462" actId="478"/>
          <ac:spMkLst>
            <pc:docMk/>
            <pc:sldMk cId="1045455131" sldId="266"/>
            <ac:spMk id="142" creationId="{E49F10E6-FD14-BB7E-BB8A-B4841034C310}"/>
          </ac:spMkLst>
        </pc:spChg>
        <pc:spChg chg="add del mod">
          <ac:chgData name="Brian Chua" userId="d42f29b442bbaa03" providerId="LiveId" clId="{5D7640D5-5B99-43F6-857D-924A57639EAC}" dt="2026-05-19T05:07:07.377" v="1461" actId="478"/>
          <ac:spMkLst>
            <pc:docMk/>
            <pc:sldMk cId="1045455131" sldId="266"/>
            <ac:spMk id="143" creationId="{CF72569D-EF48-4DF4-E497-11D5AF0CF00A}"/>
          </ac:spMkLst>
        </pc:spChg>
        <pc:spChg chg="del">
          <ac:chgData name="Brian Chua" userId="d42f29b442bbaa03" providerId="LiveId" clId="{5D7640D5-5B99-43F6-857D-924A57639EAC}" dt="2026-05-19T05:07:12.307" v="1462" actId="478"/>
          <ac:spMkLst>
            <pc:docMk/>
            <pc:sldMk cId="1045455131" sldId="266"/>
            <ac:spMk id="144" creationId="{DC66C873-36E2-B060-C4C2-4C976554AAF2}"/>
          </ac:spMkLst>
        </pc:spChg>
        <pc:spChg chg="del">
          <ac:chgData name="Brian Chua" userId="d42f29b442bbaa03" providerId="LiveId" clId="{5D7640D5-5B99-43F6-857D-924A57639EAC}" dt="2026-05-19T05:08:16.911" v="1478" actId="478"/>
          <ac:spMkLst>
            <pc:docMk/>
            <pc:sldMk cId="1045455131" sldId="266"/>
            <ac:spMk id="145" creationId="{CFD8AAF4-1D24-CE3A-DEFB-C56C8F09E1F5}"/>
          </ac:spMkLst>
        </pc:spChg>
        <pc:spChg chg="del">
          <ac:chgData name="Brian Chua" userId="d42f29b442bbaa03" providerId="LiveId" clId="{5D7640D5-5B99-43F6-857D-924A57639EAC}" dt="2026-05-19T05:08:22.660" v="1479" actId="478"/>
          <ac:spMkLst>
            <pc:docMk/>
            <pc:sldMk cId="1045455131" sldId="266"/>
            <ac:spMk id="146" creationId="{94F0F681-860C-7B44-EE7A-26F45763D419}"/>
          </ac:spMkLst>
        </pc:spChg>
        <pc:spChg chg="del">
          <ac:chgData name="Brian Chua" userId="d42f29b442bbaa03" providerId="LiveId" clId="{5D7640D5-5B99-43F6-857D-924A57639EAC}" dt="2026-05-19T05:08:16.911" v="1478" actId="478"/>
          <ac:spMkLst>
            <pc:docMk/>
            <pc:sldMk cId="1045455131" sldId="266"/>
            <ac:spMk id="147" creationId="{E437DDFF-3C09-BE78-BDAD-CCF2B3AA649B}"/>
          </ac:spMkLst>
        </pc:spChg>
        <pc:spChg chg="add del mod">
          <ac:chgData name="Brian Chua" userId="d42f29b442bbaa03" providerId="LiveId" clId="{5D7640D5-5B99-43F6-857D-924A57639EAC}" dt="2026-05-19T05:08:22.660" v="1479" actId="478"/>
          <ac:spMkLst>
            <pc:docMk/>
            <pc:sldMk cId="1045455131" sldId="266"/>
            <ac:spMk id="148" creationId="{6A797C67-5267-26F1-6885-C1526D5E2195}"/>
          </ac:spMkLst>
        </pc:spChg>
        <pc:spChg chg="del">
          <ac:chgData name="Brian Chua" userId="d42f29b442bbaa03" providerId="LiveId" clId="{5D7640D5-5B99-43F6-857D-924A57639EAC}" dt="2026-05-19T05:08:16.911" v="1478" actId="478"/>
          <ac:spMkLst>
            <pc:docMk/>
            <pc:sldMk cId="1045455131" sldId="266"/>
            <ac:spMk id="149" creationId="{FE7DFDBA-C255-53D4-CAA4-77511E63F355}"/>
          </ac:spMkLst>
        </pc:spChg>
        <pc:spChg chg="add del mod">
          <ac:chgData name="Brian Chua" userId="d42f29b442bbaa03" providerId="LiveId" clId="{5D7640D5-5B99-43F6-857D-924A57639EAC}" dt="2026-05-19T05:08:22.660" v="1479" actId="478"/>
          <ac:spMkLst>
            <pc:docMk/>
            <pc:sldMk cId="1045455131" sldId="266"/>
            <ac:spMk id="150" creationId="{DA21A910-A34D-E260-DE37-9EFF11046DB2}"/>
          </ac:spMkLst>
        </pc:spChg>
        <pc:spChg chg="del">
          <ac:chgData name="Brian Chua" userId="d42f29b442bbaa03" providerId="LiveId" clId="{5D7640D5-5B99-43F6-857D-924A57639EAC}" dt="2026-05-19T05:08:16.911" v="1478" actId="478"/>
          <ac:spMkLst>
            <pc:docMk/>
            <pc:sldMk cId="1045455131" sldId="266"/>
            <ac:spMk id="151" creationId="{E41F3374-4097-3D0D-0E9C-73390E0A0735}"/>
          </ac:spMkLst>
        </pc:spChg>
        <pc:spChg chg="del">
          <ac:chgData name="Brian Chua" userId="d42f29b442bbaa03" providerId="LiveId" clId="{5D7640D5-5B99-43F6-857D-924A57639EAC}" dt="2026-05-19T05:08:22.660" v="1479" actId="478"/>
          <ac:spMkLst>
            <pc:docMk/>
            <pc:sldMk cId="1045455131" sldId="266"/>
            <ac:spMk id="152" creationId="{8838EF91-C4BF-0C64-7CA9-8A6CF892586A}"/>
          </ac:spMkLst>
        </pc:spChg>
        <pc:spChg chg="del">
          <ac:chgData name="Brian Chua" userId="d42f29b442bbaa03" providerId="LiveId" clId="{5D7640D5-5B99-43F6-857D-924A57639EAC}" dt="2026-05-19T05:08:38.863" v="1484" actId="478"/>
          <ac:spMkLst>
            <pc:docMk/>
            <pc:sldMk cId="1045455131" sldId="266"/>
            <ac:spMk id="153" creationId="{1434AC02-6A6B-916E-9AA9-1CC9977898C3}"/>
          </ac:spMkLst>
        </pc:spChg>
        <pc:spChg chg="del">
          <ac:chgData name="Brian Chua" userId="d42f29b442bbaa03" providerId="LiveId" clId="{5D7640D5-5B99-43F6-857D-924A57639EAC}" dt="2026-05-19T05:08:43.643" v="1487" actId="478"/>
          <ac:spMkLst>
            <pc:docMk/>
            <pc:sldMk cId="1045455131" sldId="266"/>
            <ac:spMk id="154" creationId="{36B79A88-6430-E4F6-60E3-C72DCF76A345}"/>
          </ac:spMkLst>
        </pc:spChg>
        <pc:spChg chg="del">
          <ac:chgData name="Brian Chua" userId="d42f29b442bbaa03" providerId="LiveId" clId="{5D7640D5-5B99-43F6-857D-924A57639EAC}" dt="2026-05-19T05:08:38.402" v="1483" actId="478"/>
          <ac:spMkLst>
            <pc:docMk/>
            <pc:sldMk cId="1045455131" sldId="266"/>
            <ac:spMk id="155" creationId="{50910B03-0A12-2458-A54F-C282FB75023E}"/>
          </ac:spMkLst>
        </pc:spChg>
        <pc:spChg chg="add del mod">
          <ac:chgData name="Brian Chua" userId="d42f29b442bbaa03" providerId="LiveId" clId="{5D7640D5-5B99-43F6-857D-924A57639EAC}" dt="2026-05-19T05:08:46.654" v="1488" actId="478"/>
          <ac:spMkLst>
            <pc:docMk/>
            <pc:sldMk cId="1045455131" sldId="266"/>
            <ac:spMk id="156" creationId="{13053A4B-21A2-0545-F834-1D9C4A296765}"/>
          </ac:spMkLst>
        </pc:spChg>
        <pc:spChg chg="del">
          <ac:chgData name="Brian Chua" userId="d42f29b442bbaa03" providerId="LiveId" clId="{5D7640D5-5B99-43F6-857D-924A57639EAC}" dt="2026-05-19T05:07:15.388" v="1463" actId="478"/>
          <ac:spMkLst>
            <pc:docMk/>
            <pc:sldMk cId="1045455131" sldId="266"/>
            <ac:spMk id="157" creationId="{4ACBBB16-9C72-0E0B-BB79-037DFDA9BDD7}"/>
          </ac:spMkLst>
        </pc:spChg>
        <pc:spChg chg="del">
          <ac:chgData name="Brian Chua" userId="d42f29b442bbaa03" providerId="LiveId" clId="{5D7640D5-5B99-43F6-857D-924A57639EAC}" dt="2026-05-19T05:07:16.271" v="1464" actId="478"/>
          <ac:spMkLst>
            <pc:docMk/>
            <pc:sldMk cId="1045455131" sldId="266"/>
            <ac:spMk id="158" creationId="{8F60FA0F-874B-BFA8-2592-03EF68BE688B}"/>
          </ac:spMkLst>
        </pc:spChg>
        <pc:grpChg chg="add mod">
          <ac:chgData name="Brian Chua" userId="d42f29b442bbaa03" providerId="LiveId" clId="{5D7640D5-5B99-43F6-857D-924A57639EAC}" dt="2026-05-19T04:51:05.137" v="1012" actId="1037"/>
          <ac:grpSpMkLst>
            <pc:docMk/>
            <pc:sldMk cId="1045455131" sldId="266"/>
            <ac:grpSpMk id="10" creationId="{7E5570C8-4D27-97B7-EDE3-55F611789A64}"/>
          </ac:grpSpMkLst>
        </pc:grpChg>
        <pc:grpChg chg="add mod">
          <ac:chgData name="Brian Chua" userId="d42f29b442bbaa03" providerId="LiveId" clId="{5D7640D5-5B99-43F6-857D-924A57639EAC}" dt="2026-05-19T04:51:05.137" v="1012" actId="1037"/>
          <ac:grpSpMkLst>
            <pc:docMk/>
            <pc:sldMk cId="1045455131" sldId="266"/>
            <ac:grpSpMk id="11" creationId="{4013E446-B926-5B92-B927-F7A74841A34C}"/>
          </ac:grpSpMkLst>
        </pc:grpChg>
        <pc:grpChg chg="add mod">
          <ac:chgData name="Brian Chua" userId="d42f29b442bbaa03" providerId="LiveId" clId="{5D7640D5-5B99-43F6-857D-924A57639EAC}" dt="2026-05-19T04:51:05.137" v="1012" actId="1037"/>
          <ac:grpSpMkLst>
            <pc:docMk/>
            <pc:sldMk cId="1045455131" sldId="266"/>
            <ac:grpSpMk id="14" creationId="{05DCD94A-FD95-B0BF-32EC-EFFAB6A2E465}"/>
          </ac:grpSpMkLst>
        </pc:grpChg>
        <pc:grpChg chg="add mod">
          <ac:chgData name="Brian Chua" userId="d42f29b442bbaa03" providerId="LiveId" clId="{5D7640D5-5B99-43F6-857D-924A57639EAC}" dt="2026-05-19T04:51:05.137" v="1012" actId="1037"/>
          <ac:grpSpMkLst>
            <pc:docMk/>
            <pc:sldMk cId="1045455131" sldId="266"/>
            <ac:grpSpMk id="17" creationId="{34BE8431-E511-C873-4370-BCBCCC6064C4}"/>
          </ac:grpSpMkLst>
        </pc:grpChg>
        <pc:grpChg chg="mod">
          <ac:chgData name="Brian Chua" userId="d42f29b442bbaa03" providerId="LiveId" clId="{5D7640D5-5B99-43F6-857D-924A57639EAC}" dt="2026-05-19T05:21:22.339" v="1786" actId="14100"/>
          <ac:grpSpMkLst>
            <pc:docMk/>
            <pc:sldMk cId="1045455131" sldId="266"/>
            <ac:grpSpMk id="159" creationId="{886AEDA9-56F5-1C59-87B6-88638240695B}"/>
          </ac:grpSpMkLst>
        </pc:grpChg>
        <pc:cxnChg chg="add mod">
          <ac:chgData name="Brian Chua" userId="d42f29b442bbaa03" providerId="LiveId" clId="{5D7640D5-5B99-43F6-857D-924A57639EAC}" dt="2026-05-19T05:00:56.051" v="1295" actId="14100"/>
          <ac:cxnSpMkLst>
            <pc:docMk/>
            <pc:sldMk cId="1045455131" sldId="266"/>
            <ac:cxnSpMk id="42" creationId="{24EA29DE-3D46-C95E-CAC0-44731ADF0046}"/>
          </ac:cxnSpMkLst>
        </pc:cxnChg>
        <pc:cxnChg chg="add mod">
          <ac:chgData name="Brian Chua" userId="d42f29b442bbaa03" providerId="LiveId" clId="{5D7640D5-5B99-43F6-857D-924A57639EAC}" dt="2026-05-19T05:00:59.010" v="1296" actId="14100"/>
          <ac:cxnSpMkLst>
            <pc:docMk/>
            <pc:sldMk cId="1045455131" sldId="266"/>
            <ac:cxnSpMk id="43" creationId="{E52DE6B2-6E4D-2C74-CD16-DB8BBB5F1FDE}"/>
          </ac:cxnSpMkLst>
        </pc:cxnChg>
        <pc:cxnChg chg="add mod">
          <ac:chgData name="Brian Chua" userId="d42f29b442bbaa03" providerId="LiveId" clId="{5D7640D5-5B99-43F6-857D-924A57639EAC}" dt="2026-05-19T05:00:47.120" v="1292" actId="14100"/>
          <ac:cxnSpMkLst>
            <pc:docMk/>
            <pc:sldMk cId="1045455131" sldId="266"/>
            <ac:cxnSpMk id="46" creationId="{330C4A53-C7EE-11DB-D1AE-3AF4F8535827}"/>
          </ac:cxnSpMkLst>
        </pc:cxnChg>
        <pc:cxnChg chg="add mod">
          <ac:chgData name="Brian Chua" userId="d42f29b442bbaa03" providerId="LiveId" clId="{5D7640D5-5B99-43F6-857D-924A57639EAC}" dt="2026-05-19T05:01:04.612" v="1299" actId="14100"/>
          <ac:cxnSpMkLst>
            <pc:docMk/>
            <pc:sldMk cId="1045455131" sldId="266"/>
            <ac:cxnSpMk id="54" creationId="{6C739AFF-D443-11AC-A12A-989612440A86}"/>
          </ac:cxnSpMkLst>
        </pc:cxnChg>
        <pc:cxnChg chg="add mod">
          <ac:chgData name="Brian Chua" userId="d42f29b442bbaa03" providerId="LiveId" clId="{5D7640D5-5B99-43F6-857D-924A57639EAC}" dt="2026-05-19T05:01:12.240" v="1302" actId="14100"/>
          <ac:cxnSpMkLst>
            <pc:docMk/>
            <pc:sldMk cId="1045455131" sldId="266"/>
            <ac:cxnSpMk id="57" creationId="{8038DB21-BB60-3F78-6027-7513F8D33CEC}"/>
          </ac:cxnSpMkLst>
        </pc:cxnChg>
        <pc:cxnChg chg="add mod">
          <ac:chgData name="Brian Chua" userId="d42f29b442bbaa03" providerId="LiveId" clId="{5D7640D5-5B99-43F6-857D-924A57639EAC}" dt="2026-05-19T05:01:15.997" v="1305" actId="14100"/>
          <ac:cxnSpMkLst>
            <pc:docMk/>
            <pc:sldMk cId="1045455131" sldId="266"/>
            <ac:cxnSpMk id="60" creationId="{B1D9A366-5146-DF20-266C-F2309CBA4B48}"/>
          </ac:cxnSpMkLst>
        </pc:cxnChg>
        <pc:cxnChg chg="add mod">
          <ac:chgData name="Brian Chua" userId="d42f29b442bbaa03" providerId="LiveId" clId="{5D7640D5-5B99-43F6-857D-924A57639EAC}" dt="2026-05-19T05:01:19.690" v="1308" actId="14100"/>
          <ac:cxnSpMkLst>
            <pc:docMk/>
            <pc:sldMk cId="1045455131" sldId="266"/>
            <ac:cxnSpMk id="63" creationId="{64D68647-8629-32DE-CC0C-7A276B307D90}"/>
          </ac:cxnSpMkLst>
        </pc:cxnChg>
        <pc:cxnChg chg="add mod">
          <ac:chgData name="Brian Chua" userId="d42f29b442bbaa03" providerId="LiveId" clId="{5D7640D5-5B99-43F6-857D-924A57639EAC}" dt="2026-05-19T05:01:23.420" v="1311" actId="14100"/>
          <ac:cxnSpMkLst>
            <pc:docMk/>
            <pc:sldMk cId="1045455131" sldId="266"/>
            <ac:cxnSpMk id="66" creationId="{C4DB331D-057D-E0F7-DA4A-AD49A4AED5DE}"/>
          </ac:cxnSpMkLst>
        </pc:cxnChg>
        <pc:cxnChg chg="add mod">
          <ac:chgData name="Brian Chua" userId="d42f29b442bbaa03" providerId="LiveId" clId="{5D7640D5-5B99-43F6-857D-924A57639EAC}" dt="2026-05-19T05:01:27.563" v="1314" actId="14100"/>
          <ac:cxnSpMkLst>
            <pc:docMk/>
            <pc:sldMk cId="1045455131" sldId="266"/>
            <ac:cxnSpMk id="69" creationId="{A670CC35-158B-59B3-C6FF-F0F1474B3271}"/>
          </ac:cxnSpMkLst>
        </pc:cxnChg>
        <pc:cxnChg chg="add mod">
          <ac:chgData name="Brian Chua" userId="d42f29b442bbaa03" providerId="LiveId" clId="{5D7640D5-5B99-43F6-857D-924A57639EAC}" dt="2026-05-19T05:01:31.816" v="1317" actId="14100"/>
          <ac:cxnSpMkLst>
            <pc:docMk/>
            <pc:sldMk cId="1045455131" sldId="266"/>
            <ac:cxnSpMk id="72" creationId="{4046E68B-924A-E0C4-C082-6527867DA088}"/>
          </ac:cxnSpMkLst>
        </pc:cxnChg>
        <pc:cxnChg chg="add mod">
          <ac:chgData name="Brian Chua" userId="d42f29b442bbaa03" providerId="LiveId" clId="{5D7640D5-5B99-43F6-857D-924A57639EAC}" dt="2026-05-19T05:01:34.963" v="1320" actId="14100"/>
          <ac:cxnSpMkLst>
            <pc:docMk/>
            <pc:sldMk cId="1045455131" sldId="266"/>
            <ac:cxnSpMk id="75" creationId="{9285C5FA-2B8D-050D-B110-ED6FC34FC934}"/>
          </ac:cxnSpMkLst>
        </pc:cxnChg>
        <pc:cxnChg chg="add mod">
          <ac:chgData name="Brian Chua" userId="d42f29b442bbaa03" providerId="LiveId" clId="{5D7640D5-5B99-43F6-857D-924A57639EAC}" dt="2026-05-19T05:01:38.758" v="1323" actId="14100"/>
          <ac:cxnSpMkLst>
            <pc:docMk/>
            <pc:sldMk cId="1045455131" sldId="266"/>
            <ac:cxnSpMk id="78" creationId="{33D352BD-A079-C440-2D98-8F5357CF64C0}"/>
          </ac:cxnSpMkLst>
        </pc:cxnChg>
        <pc:cxnChg chg="add mod">
          <ac:chgData name="Brian Chua" userId="d42f29b442bbaa03" providerId="LiveId" clId="{5D7640D5-5B99-43F6-857D-924A57639EAC}" dt="2026-05-19T05:01:43.172" v="1326" actId="14100"/>
          <ac:cxnSpMkLst>
            <pc:docMk/>
            <pc:sldMk cId="1045455131" sldId="266"/>
            <ac:cxnSpMk id="81" creationId="{B782BE88-89E9-9AAC-FF80-69A158B6207A}"/>
          </ac:cxnSpMkLst>
        </pc:cxnChg>
        <pc:cxnChg chg="add mod">
          <ac:chgData name="Brian Chua" userId="d42f29b442bbaa03" providerId="LiveId" clId="{5D7640D5-5B99-43F6-857D-924A57639EAC}" dt="2026-05-19T05:01:47.396" v="1329" actId="14100"/>
          <ac:cxnSpMkLst>
            <pc:docMk/>
            <pc:sldMk cId="1045455131" sldId="266"/>
            <ac:cxnSpMk id="84" creationId="{4D479B66-DA21-5C0B-FBB0-F312BF51254D}"/>
          </ac:cxnSpMkLst>
        </pc:cxnChg>
        <pc:cxnChg chg="add mod">
          <ac:chgData name="Brian Chua" userId="d42f29b442bbaa03" providerId="LiveId" clId="{5D7640D5-5B99-43F6-857D-924A57639EAC}" dt="2026-05-19T05:01:50.910" v="1332" actId="14100"/>
          <ac:cxnSpMkLst>
            <pc:docMk/>
            <pc:sldMk cId="1045455131" sldId="266"/>
            <ac:cxnSpMk id="87" creationId="{8F663FCB-7EAD-FBE6-4CCC-A1E8A9ED34DC}"/>
          </ac:cxnSpMkLst>
        </pc:cxnChg>
        <pc:cxnChg chg="add mod">
          <ac:chgData name="Brian Chua" userId="d42f29b442bbaa03" providerId="LiveId" clId="{5D7640D5-5B99-43F6-857D-924A57639EAC}" dt="2026-05-19T05:01:56.069" v="1335" actId="14100"/>
          <ac:cxnSpMkLst>
            <pc:docMk/>
            <pc:sldMk cId="1045455131" sldId="266"/>
            <ac:cxnSpMk id="90" creationId="{E09DA34A-74BB-2B8A-FEB4-B3EA57BC8427}"/>
          </ac:cxnSpMkLst>
        </pc:cxnChg>
        <pc:cxnChg chg="add mod">
          <ac:chgData name="Brian Chua" userId="d42f29b442bbaa03" providerId="LiveId" clId="{5D7640D5-5B99-43F6-857D-924A57639EAC}" dt="2026-05-19T05:01:59.542" v="1338" actId="14100"/>
          <ac:cxnSpMkLst>
            <pc:docMk/>
            <pc:sldMk cId="1045455131" sldId="266"/>
            <ac:cxnSpMk id="93" creationId="{9B7E0003-979D-098A-705E-0688FDAD1CD7}"/>
          </ac:cxnSpMkLst>
        </pc:cxnChg>
        <pc:cxnChg chg="add mod">
          <ac:chgData name="Brian Chua" userId="d42f29b442bbaa03" providerId="LiveId" clId="{5D7640D5-5B99-43F6-857D-924A57639EAC}" dt="2026-05-19T05:02:03.160" v="1341" actId="14100"/>
          <ac:cxnSpMkLst>
            <pc:docMk/>
            <pc:sldMk cId="1045455131" sldId="266"/>
            <ac:cxnSpMk id="96" creationId="{447FA547-AD24-5E3A-AFD4-476C04225278}"/>
          </ac:cxnSpMkLst>
        </pc:cxnChg>
        <pc:cxnChg chg="add mod">
          <ac:chgData name="Brian Chua" userId="d42f29b442bbaa03" providerId="LiveId" clId="{5D7640D5-5B99-43F6-857D-924A57639EAC}" dt="2026-05-19T05:02:07.061" v="1344" actId="14100"/>
          <ac:cxnSpMkLst>
            <pc:docMk/>
            <pc:sldMk cId="1045455131" sldId="266"/>
            <ac:cxnSpMk id="99" creationId="{7E164E9D-422D-D51C-2BE3-E8B2D01E3A5B}"/>
          </ac:cxnSpMkLst>
        </pc:cxnChg>
        <pc:cxnChg chg="add mod">
          <ac:chgData name="Brian Chua" userId="d42f29b442bbaa03" providerId="LiveId" clId="{5D7640D5-5B99-43F6-857D-924A57639EAC}" dt="2026-05-19T05:02:10.854" v="1347" actId="14100"/>
          <ac:cxnSpMkLst>
            <pc:docMk/>
            <pc:sldMk cId="1045455131" sldId="266"/>
            <ac:cxnSpMk id="102" creationId="{FCB8D885-202D-1700-3FEF-CE6C0615BE91}"/>
          </ac:cxnSpMkLst>
        </pc:cxnChg>
        <pc:cxnChg chg="add mod">
          <ac:chgData name="Brian Chua" userId="d42f29b442bbaa03" providerId="LiveId" clId="{5D7640D5-5B99-43F6-857D-924A57639EAC}" dt="2026-05-19T05:02:14.765" v="1350" actId="14100"/>
          <ac:cxnSpMkLst>
            <pc:docMk/>
            <pc:sldMk cId="1045455131" sldId="266"/>
            <ac:cxnSpMk id="105" creationId="{8551D147-DDDB-FE28-730A-D63781A05395}"/>
          </ac:cxnSpMkLst>
        </pc:cxnChg>
        <pc:cxnChg chg="add mod">
          <ac:chgData name="Brian Chua" userId="d42f29b442bbaa03" providerId="LiveId" clId="{5D7640D5-5B99-43F6-857D-924A57639EAC}" dt="2026-05-19T05:02:19.765" v="1353" actId="14100"/>
          <ac:cxnSpMkLst>
            <pc:docMk/>
            <pc:sldMk cId="1045455131" sldId="266"/>
            <ac:cxnSpMk id="108" creationId="{C1BA0902-C9CA-2BD4-A2E7-FF4B76C8C656}"/>
          </ac:cxnSpMkLst>
        </pc:cxnChg>
        <pc:cxnChg chg="add mod">
          <ac:chgData name="Brian Chua" userId="d42f29b442bbaa03" providerId="LiveId" clId="{5D7640D5-5B99-43F6-857D-924A57639EAC}" dt="2026-05-19T05:04:12.869" v="1432" actId="14100"/>
          <ac:cxnSpMkLst>
            <pc:docMk/>
            <pc:sldMk cId="1045455131" sldId="266"/>
            <ac:cxnSpMk id="113" creationId="{42B0E96C-5F35-D406-23E1-20C82CB2306F}"/>
          </ac:cxnSpMkLst>
        </pc:cxnChg>
        <pc:cxnChg chg="add mod">
          <ac:chgData name="Brian Chua" userId="d42f29b442bbaa03" providerId="LiveId" clId="{5D7640D5-5B99-43F6-857D-924A57639EAC}" dt="2026-05-19T05:04:18.656" v="1435" actId="14100"/>
          <ac:cxnSpMkLst>
            <pc:docMk/>
            <pc:sldMk cId="1045455131" sldId="266"/>
            <ac:cxnSpMk id="116" creationId="{C3F55F56-F7CD-A270-9E54-FDEA73A972B3}"/>
          </ac:cxnSpMkLst>
        </pc:cxnChg>
      </pc:sldChg>
      <pc:sldChg chg="add del setBg">
        <pc:chgData name="Brian Chua" userId="d42f29b442bbaa03" providerId="LiveId" clId="{5D7640D5-5B99-43F6-857D-924A57639EAC}" dt="2026-05-19T05:31:57.850" v="2198" actId="47"/>
        <pc:sldMkLst>
          <pc:docMk/>
          <pc:sldMk cId="180164621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96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3CF22-AF55-23BE-2C69-CA2F0D9C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D9A7C-DB65-101F-F6A2-0BFF34FCF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336B2-B259-2F8C-6DA4-068907EA1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2E1D2-30A6-FB54-277B-A6EE6791A5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03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B315-47F0-CC99-AB86-8D4F7DA47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B7E67-E7A7-C232-1F16-EA916EF1E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B4762-9FB4-A664-52D7-7B5436BE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C679-7EAF-F904-4B2F-EE1F85CE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CD238-02D5-EEE5-68D1-DF397AEA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6806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D0D61-F27B-A414-57BB-0A4C3FE6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450DE-5F2C-8FD6-FAEE-22EC8EE0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7F433-873B-CB1C-7576-554DDC9C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21EFC-10B1-8FA5-4A6A-CD71F9E6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A2389-67BE-4B0A-2CF6-758EF66A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718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17EF-63A5-88AC-058C-0F1729B6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67A93-D6F7-B4FB-CF67-1E47D7487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523FB-B31A-5B51-99CE-4B85A387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DEC5-1E11-7A43-2793-B50A0A68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4E5FB-CB94-9273-4F4A-CCDB3DAF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9316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2066-69FC-40DE-FFD1-AA91E8FD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79F4B-9011-6541-3AC9-5D29B0C29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05BE9-6B2C-E3A9-22A7-78FEB4E03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0628D-31CD-1E9C-9C77-3F193C06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FC542-6956-AE9D-F68A-8435C8DB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9E80A-C168-BC29-D7DF-FC16DB52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3346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3DA0-34E5-2635-6047-D2BC077A0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0F383-565F-026C-A265-463B3BEB9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A0A69-F5E0-A569-C678-16D3D4353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E206F-B53D-3CE4-B963-4194D1869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64A62-46BF-7671-3A35-7B74FF18C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C4B1C-D6A9-A057-55D2-41FA5860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27C513-B33B-F040-6DBC-3BE4D49B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D8FEB-4D69-C268-C0E3-6B5B6661C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2876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B05D5-9ED6-6035-AF4F-35E864F1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445A9-8E20-F77F-7EE0-46CEA564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039AF-7BBF-0BE0-2DAF-EBB0439D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1FA2B-F94C-6768-2F6A-8C8C8663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2764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3F549B-FF5C-151D-81A1-36BEF4173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5811A-CD54-422E-557D-FB459B73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01E48-5919-24AF-420C-7976C861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524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C451-40F4-193E-C4DE-DEACB8292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72ED6-C61A-8A9A-0B53-D76C014EF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61E4F-AAB1-7C0A-BCB7-BC0FA29E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FE1BE-5160-CA12-F984-792D62C01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AAC51-8622-012B-8ECF-2214D78B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8FE10-7DAD-7E40-68C1-3433A6030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980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4E7E-3CD0-C4C9-22DB-607278BA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53DBE-BF1A-11A0-492F-DBE07E7EB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F8E2F-BFD4-FEA6-30D2-D0242AB78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36348-72F7-4773-0630-82A2D532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7CD0F-B28C-335F-8A31-477D60A2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1EEA1-9DB1-53C7-9B94-A7873CA3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7587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ABF4-4A3F-ABB6-422E-4D08DB3D6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492FD-6AC0-5664-0A81-947DBA9C9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896DB-3BEF-DE55-64EA-9D8F4A4A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A42EB-E31F-3E30-2FE1-0E637CA2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379DE-5452-86B3-695D-8E69B256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0532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F8DBC8-E4D6-B574-EBAC-368FC1F56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D8822-5799-0AD8-9FCE-F2807AB5F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E3D4F-7607-01A7-B74A-063896EF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B2A6E-96DC-345E-F615-FCBF05F3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7096-640C-FEC5-B92F-87AD0205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077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533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CF4D70-293C-402E-248F-3DE54AE3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8EBEC-2721-E0A5-39B0-D522F0E9D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92D2C-798C-78C2-B11C-A7142BA02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23A73-7F68-D551-91FE-7A05AF14B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44204-2BC8-018F-8271-E87DBA4D1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6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2743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CS611 Assignment 1</a:t>
            </a:r>
            <a:endParaRPr lang="en-US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058400" cy="117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Default-risk Prediction (Medallion Architecture for Data Processing)</a:t>
            </a:r>
          </a:p>
          <a:p>
            <a:pPr marL="0" indent="0">
              <a:buNone/>
            </a:pPr>
            <a:endParaRPr lang="en-US" sz="1800" i="1" dirty="0">
              <a:solidFill>
                <a:srgbClr val="002060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Chua Khong Chun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38F5A3-EF1F-D623-B1EE-4B461B2B5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87"/>
          <a:stretch>
            <a:fillRect/>
          </a:stretch>
        </p:blipFill>
        <p:spPr bwMode="auto">
          <a:xfrm>
            <a:off x="7409720" y="1822704"/>
            <a:ext cx="4198620" cy="184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Context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25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spcAft>
                <a:spcPts val="800"/>
              </a:spcAft>
            </a:pP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Coming up with default-risk predictions to facilitate cash-loaning of the company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Preparing data for machine learning model training with</a:t>
            </a: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Target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Binary default flags at Month-on-Books (MOB) = 6, Days past due (DPD) ≥ 30</a:t>
            </a: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Cadence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Monthly snapshot partitions, backfilled from 2023-01 to 2024-12</a:t>
            </a:r>
            <a:endParaRPr 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Data Sources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659365"/>
              </p:ext>
            </p:extLst>
          </p:nvPr>
        </p:nvGraphicFramePr>
        <p:xfrm>
          <a:off x="457200" y="1554480"/>
          <a:ext cx="11247120" cy="22402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Source file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Rows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Cols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Grain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Role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lms_loan_daily.csv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137,500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11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loan × month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Label source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feature_clickstream.csv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215,376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22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customer × month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Behavioural features (20 numeric)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features_attributes.csv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12,500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6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 row per customer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Demographics (SCD)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features_financials.csv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12,500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22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 row per customer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Financial profile (SCD)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046219"/>
            <a:ext cx="11247120" cy="142151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Design Implications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Clickstream and LMS are time-series (24 and 35 monthly snapshots respectively), while attributes and financials behave as slowly-changing dimensions. Hence, gold table to be joined from clickstream as the spine and left-join the static tables on Customer_ID alone.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74356-4DCC-B381-22E9-F46E86FB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E73224-BE56-8D63-ECFC-71425E3FE0A4}"/>
              </a:ext>
            </a:extLst>
          </p:cNvPr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Data Processing Pipeline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886AEDA9-56F5-1C59-87B6-88638240695B}"/>
              </a:ext>
            </a:extLst>
          </p:cNvPr>
          <p:cNvGrpSpPr/>
          <p:nvPr/>
        </p:nvGrpSpPr>
        <p:grpSpPr>
          <a:xfrm>
            <a:off x="430250" y="1325880"/>
            <a:ext cx="10816870" cy="3610873"/>
            <a:chOff x="430250" y="1325880"/>
            <a:chExt cx="10816870" cy="3610873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DF19EDA-E74D-C763-06B4-84D93EAAE5AD}"/>
                </a:ext>
              </a:extLst>
            </p:cNvPr>
            <p:cNvSpPr/>
            <p:nvPr/>
          </p:nvSpPr>
          <p:spPr>
            <a:xfrm>
              <a:off x="8432780" y="1325880"/>
              <a:ext cx="1371754" cy="3610873"/>
            </a:xfrm>
            <a:prstGeom prst="rect">
              <a:avLst/>
            </a:prstGeom>
            <a:solidFill>
              <a:srgbClr val="F1FB9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691E7E9-DDF6-28DC-8C54-D67FCE3EDAD4}"/>
                </a:ext>
              </a:extLst>
            </p:cNvPr>
            <p:cNvSpPr/>
            <p:nvPr/>
          </p:nvSpPr>
          <p:spPr>
            <a:xfrm>
              <a:off x="5836222" y="1325880"/>
              <a:ext cx="1371754" cy="3610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300D916-1633-AFC8-1609-71D24E5E0DFF}"/>
                </a:ext>
              </a:extLst>
            </p:cNvPr>
            <p:cNvSpPr/>
            <p:nvPr/>
          </p:nvSpPr>
          <p:spPr>
            <a:xfrm>
              <a:off x="2967136" y="1325881"/>
              <a:ext cx="1371754" cy="361087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3F84679C-BEEE-0D12-AB60-FF62202AD3A2}"/>
                </a:ext>
              </a:extLst>
            </p:cNvPr>
            <p:cNvSpPr/>
            <p:nvPr/>
          </p:nvSpPr>
          <p:spPr>
            <a:xfrm>
              <a:off x="3260404" y="1577183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lms_loan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_daily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.CSV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D6FCCC-ECB5-BCD3-C121-A146D1359E4D}"/>
                </a:ext>
              </a:extLst>
            </p:cNvPr>
            <p:cNvSpPr/>
            <p:nvPr/>
          </p:nvSpPr>
          <p:spPr>
            <a:xfrm>
              <a:off x="1716833" y="1775858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Data_processing_bronze_table.py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5570C8-4D27-97B7-EDE3-55F611789A64}"/>
                </a:ext>
              </a:extLst>
            </p:cNvPr>
            <p:cNvGrpSpPr/>
            <p:nvPr/>
          </p:nvGrpSpPr>
          <p:grpSpPr>
            <a:xfrm>
              <a:off x="442402" y="2397649"/>
              <a:ext cx="761747" cy="681134"/>
              <a:chOff x="804711" y="2004216"/>
              <a:chExt cx="761747" cy="681134"/>
            </a:xfrm>
          </p:grpSpPr>
          <p:sp>
            <p:nvSpPr>
              <p:cNvPr id="8" name="Rectangle: Single Corner Snipped 7">
                <a:extLst>
                  <a:ext uri="{FF2B5EF4-FFF2-40B4-BE49-F238E27FC236}">
                    <a16:creationId xmlns:a16="http://schemas.microsoft.com/office/drawing/2014/main" id="{382959AF-9229-EBB3-4F8F-A12E4AD8851B}"/>
                  </a:ext>
                </a:extLst>
              </p:cNvPr>
              <p:cNvSpPr/>
              <p:nvPr/>
            </p:nvSpPr>
            <p:spPr>
              <a:xfrm rot="5400000">
                <a:off x="867747" y="2024743"/>
                <a:ext cx="681134" cy="640080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2B28EA-0BDD-032C-32A0-BBA61A40E781}"/>
                  </a:ext>
                </a:extLst>
              </p:cNvPr>
              <p:cNvSpPr txBox="1"/>
              <p:nvPr/>
            </p:nvSpPr>
            <p:spPr>
              <a:xfrm>
                <a:off x="804711" y="2021064"/>
                <a:ext cx="761747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feature_</a:t>
                </a:r>
              </a:p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clickstream</a:t>
                </a:r>
              </a:p>
              <a:p>
                <a:r>
                  <a:rPr lang="en-SG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.CSV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013E446-B926-5B92-B927-F7A74841A34C}"/>
                </a:ext>
              </a:extLst>
            </p:cNvPr>
            <p:cNvGrpSpPr/>
            <p:nvPr/>
          </p:nvGrpSpPr>
          <p:grpSpPr>
            <a:xfrm>
              <a:off x="437648" y="3161267"/>
              <a:ext cx="723643" cy="681134"/>
              <a:chOff x="804711" y="2004216"/>
              <a:chExt cx="723643" cy="681134"/>
            </a:xfrm>
          </p:grpSpPr>
          <p:sp>
            <p:nvSpPr>
              <p:cNvPr id="12" name="Rectangle: Single Corner Snipped 11">
                <a:extLst>
                  <a:ext uri="{FF2B5EF4-FFF2-40B4-BE49-F238E27FC236}">
                    <a16:creationId xmlns:a16="http://schemas.microsoft.com/office/drawing/2014/main" id="{4B502CE7-DCA5-7EB8-B1FC-AC5D98CD2677}"/>
                  </a:ext>
                </a:extLst>
              </p:cNvPr>
              <p:cNvSpPr/>
              <p:nvPr/>
            </p:nvSpPr>
            <p:spPr>
              <a:xfrm rot="5400000">
                <a:off x="867747" y="2024743"/>
                <a:ext cx="681134" cy="640080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FEA6AA-25B6-3C57-1280-CF75BF5EAF68}"/>
                  </a:ext>
                </a:extLst>
              </p:cNvPr>
              <p:cNvSpPr txBox="1"/>
              <p:nvPr/>
            </p:nvSpPr>
            <p:spPr>
              <a:xfrm>
                <a:off x="804711" y="2021064"/>
                <a:ext cx="659155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feature_</a:t>
                </a:r>
              </a:p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attributes</a:t>
                </a:r>
              </a:p>
              <a:p>
                <a:r>
                  <a:rPr lang="en-SG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.CSV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5DCD94A-FD95-B0BF-32EC-EFFAB6A2E465}"/>
                </a:ext>
              </a:extLst>
            </p:cNvPr>
            <p:cNvGrpSpPr/>
            <p:nvPr/>
          </p:nvGrpSpPr>
          <p:grpSpPr>
            <a:xfrm>
              <a:off x="430250" y="3999463"/>
              <a:ext cx="723643" cy="681134"/>
              <a:chOff x="804711" y="2004216"/>
              <a:chExt cx="723643" cy="681134"/>
            </a:xfrm>
          </p:grpSpPr>
          <p:sp>
            <p:nvSpPr>
              <p:cNvPr id="15" name="Rectangle: Single Corner Snipped 14">
                <a:extLst>
                  <a:ext uri="{FF2B5EF4-FFF2-40B4-BE49-F238E27FC236}">
                    <a16:creationId xmlns:a16="http://schemas.microsoft.com/office/drawing/2014/main" id="{053EE5E2-D7C3-202A-9B61-ED0BB169F318}"/>
                  </a:ext>
                </a:extLst>
              </p:cNvPr>
              <p:cNvSpPr/>
              <p:nvPr/>
            </p:nvSpPr>
            <p:spPr>
              <a:xfrm rot="5400000">
                <a:off x="867747" y="2024743"/>
                <a:ext cx="681134" cy="640080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8DFDD5-4538-418E-6809-C5B5C6423AF9}"/>
                  </a:ext>
                </a:extLst>
              </p:cNvPr>
              <p:cNvSpPr txBox="1"/>
              <p:nvPr/>
            </p:nvSpPr>
            <p:spPr>
              <a:xfrm>
                <a:off x="804711" y="2021064"/>
                <a:ext cx="665567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feature_</a:t>
                </a:r>
              </a:p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financials</a:t>
                </a:r>
              </a:p>
              <a:p>
                <a:r>
                  <a:rPr lang="en-SG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.CSV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4BE8431-E511-C873-4370-BCBCCC6064C4}"/>
                </a:ext>
              </a:extLst>
            </p:cNvPr>
            <p:cNvGrpSpPr/>
            <p:nvPr/>
          </p:nvGrpSpPr>
          <p:grpSpPr>
            <a:xfrm>
              <a:off x="442402" y="1619171"/>
              <a:ext cx="723643" cy="681134"/>
              <a:chOff x="804711" y="2004216"/>
              <a:chExt cx="723643" cy="681134"/>
            </a:xfrm>
          </p:grpSpPr>
          <p:sp>
            <p:nvSpPr>
              <p:cNvPr id="18" name="Rectangle: Single Corner Snipped 17">
                <a:extLst>
                  <a:ext uri="{FF2B5EF4-FFF2-40B4-BE49-F238E27FC236}">
                    <a16:creationId xmlns:a16="http://schemas.microsoft.com/office/drawing/2014/main" id="{FBFB1CFD-C699-B7FC-CD24-354594BCF379}"/>
                  </a:ext>
                </a:extLst>
              </p:cNvPr>
              <p:cNvSpPr/>
              <p:nvPr/>
            </p:nvSpPr>
            <p:spPr>
              <a:xfrm rot="5400000">
                <a:off x="867747" y="2024743"/>
                <a:ext cx="681134" cy="640080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225562-0E7B-F672-A09E-95918B711CD3}"/>
                  </a:ext>
                </a:extLst>
              </p:cNvPr>
              <p:cNvSpPr txBox="1"/>
              <p:nvPr/>
            </p:nvSpPr>
            <p:spPr>
              <a:xfrm>
                <a:off x="804711" y="2021064"/>
                <a:ext cx="710451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lms_loan_</a:t>
                </a:r>
              </a:p>
              <a:p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daily</a:t>
                </a:r>
              </a:p>
              <a:p>
                <a:r>
                  <a:rPr lang="en-SG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.CSV</a:t>
                </a: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A83C91D-9B03-A0F6-C2E0-D93E4A0B873B}"/>
                </a:ext>
              </a:extLst>
            </p:cNvPr>
            <p:cNvSpPr/>
            <p:nvPr/>
          </p:nvSpPr>
          <p:spPr>
            <a:xfrm>
              <a:off x="1716832" y="2554336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Data_processing_bronze_table.py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6EBEA9-0BAB-D6E0-119F-4353761B4A1D}"/>
                </a:ext>
              </a:extLst>
            </p:cNvPr>
            <p:cNvSpPr/>
            <p:nvPr/>
          </p:nvSpPr>
          <p:spPr>
            <a:xfrm>
              <a:off x="1716833" y="3364674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Data_processing_bronze_table.py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037FF13-5B0D-34BC-B358-B8A317454D15}"/>
                </a:ext>
              </a:extLst>
            </p:cNvPr>
            <p:cNvSpPr/>
            <p:nvPr/>
          </p:nvSpPr>
          <p:spPr>
            <a:xfrm>
              <a:off x="1716833" y="4156150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Data_processing_bronze_table.py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Cylinder 25">
              <a:extLst>
                <a:ext uri="{FF2B5EF4-FFF2-40B4-BE49-F238E27FC236}">
                  <a16:creationId xmlns:a16="http://schemas.microsoft.com/office/drawing/2014/main" id="{A85A2A3E-9FBF-1D1E-15FA-D259839353CA}"/>
                </a:ext>
              </a:extLst>
            </p:cNvPr>
            <p:cNvSpPr/>
            <p:nvPr/>
          </p:nvSpPr>
          <p:spPr>
            <a:xfrm>
              <a:off x="3260403" y="2371456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feature_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clickstream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.CSV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Cylinder 26">
              <a:extLst>
                <a:ext uri="{FF2B5EF4-FFF2-40B4-BE49-F238E27FC236}">
                  <a16:creationId xmlns:a16="http://schemas.microsoft.com/office/drawing/2014/main" id="{AA9DBAF4-828B-D655-C4C7-3716E9AEA52D}"/>
                </a:ext>
              </a:extLst>
            </p:cNvPr>
            <p:cNvSpPr/>
            <p:nvPr/>
          </p:nvSpPr>
          <p:spPr>
            <a:xfrm>
              <a:off x="3275200" y="3108960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feature_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attributes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.CSV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Cylinder 27">
              <a:extLst>
                <a:ext uri="{FF2B5EF4-FFF2-40B4-BE49-F238E27FC236}">
                  <a16:creationId xmlns:a16="http://schemas.microsoft.com/office/drawing/2014/main" id="{AD6400F5-08E4-627C-BB25-1F120B174F87}"/>
                </a:ext>
              </a:extLst>
            </p:cNvPr>
            <p:cNvSpPr/>
            <p:nvPr/>
          </p:nvSpPr>
          <p:spPr>
            <a:xfrm>
              <a:off x="3260402" y="3975719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feature_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financials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.CSV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A33F1D-A786-6A5F-1DBB-4E1E587FDCE1}"/>
                </a:ext>
              </a:extLst>
            </p:cNvPr>
            <p:cNvSpPr/>
            <p:nvPr/>
          </p:nvSpPr>
          <p:spPr>
            <a:xfrm>
              <a:off x="4564427" y="1753757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Data_processing_silver_table.py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BDF408-EE1A-1ACF-2521-C3DE3EB51162}"/>
                </a:ext>
              </a:extLst>
            </p:cNvPr>
            <p:cNvSpPr/>
            <p:nvPr/>
          </p:nvSpPr>
          <p:spPr>
            <a:xfrm>
              <a:off x="4564426" y="2532235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Data_processing_silver_table.py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7EE7576-CCDF-04B9-18A0-4A0A98242FAD}"/>
                </a:ext>
              </a:extLst>
            </p:cNvPr>
            <p:cNvSpPr/>
            <p:nvPr/>
          </p:nvSpPr>
          <p:spPr>
            <a:xfrm>
              <a:off x="4564427" y="3342573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Data_processing_silver_table.py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55012DA-103B-3F29-61A2-C5FB169B0D4A}"/>
                </a:ext>
              </a:extLst>
            </p:cNvPr>
            <p:cNvSpPr/>
            <p:nvPr/>
          </p:nvSpPr>
          <p:spPr>
            <a:xfrm>
              <a:off x="4564427" y="4134049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Data_processing_silver_table.py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Cylinder 32">
              <a:extLst>
                <a:ext uri="{FF2B5EF4-FFF2-40B4-BE49-F238E27FC236}">
                  <a16:creationId xmlns:a16="http://schemas.microsoft.com/office/drawing/2014/main" id="{312FC7C2-69D2-96DA-23BE-CBFCC9DC77D9}"/>
                </a:ext>
              </a:extLst>
            </p:cNvPr>
            <p:cNvSpPr/>
            <p:nvPr/>
          </p:nvSpPr>
          <p:spPr>
            <a:xfrm>
              <a:off x="6075486" y="1577183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lms_loan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_daily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.parquet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Cylinder 33">
              <a:extLst>
                <a:ext uri="{FF2B5EF4-FFF2-40B4-BE49-F238E27FC236}">
                  <a16:creationId xmlns:a16="http://schemas.microsoft.com/office/drawing/2014/main" id="{557F2EB2-C8FD-C002-F6DE-455BE5D24B7E}"/>
                </a:ext>
              </a:extLst>
            </p:cNvPr>
            <p:cNvSpPr/>
            <p:nvPr/>
          </p:nvSpPr>
          <p:spPr>
            <a:xfrm>
              <a:off x="6075485" y="2371456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feature_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clickstream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.parquet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Cylinder 34">
              <a:extLst>
                <a:ext uri="{FF2B5EF4-FFF2-40B4-BE49-F238E27FC236}">
                  <a16:creationId xmlns:a16="http://schemas.microsoft.com/office/drawing/2014/main" id="{B651E9A8-B163-3372-790F-05709C17FA93}"/>
                </a:ext>
              </a:extLst>
            </p:cNvPr>
            <p:cNvSpPr/>
            <p:nvPr/>
          </p:nvSpPr>
          <p:spPr>
            <a:xfrm>
              <a:off x="6090282" y="3108960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feature_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attributes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.parquet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Cylinder 35">
              <a:extLst>
                <a:ext uri="{FF2B5EF4-FFF2-40B4-BE49-F238E27FC236}">
                  <a16:creationId xmlns:a16="http://schemas.microsoft.com/office/drawing/2014/main" id="{C3ECD302-C009-FFBF-5E93-23F94F456966}"/>
                </a:ext>
              </a:extLst>
            </p:cNvPr>
            <p:cNvSpPr/>
            <p:nvPr/>
          </p:nvSpPr>
          <p:spPr>
            <a:xfrm>
              <a:off x="6075484" y="3975719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feature_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financials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.parquet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Cylinder 36">
              <a:extLst>
                <a:ext uri="{FF2B5EF4-FFF2-40B4-BE49-F238E27FC236}">
                  <a16:creationId xmlns:a16="http://schemas.microsoft.com/office/drawing/2014/main" id="{CE8F3DA9-2D54-9C08-6AB1-A085DEA0A551}"/>
                </a:ext>
              </a:extLst>
            </p:cNvPr>
            <p:cNvSpPr/>
            <p:nvPr/>
          </p:nvSpPr>
          <p:spPr>
            <a:xfrm>
              <a:off x="8686801" y="1592978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label_store</a:t>
              </a:r>
              <a:endPara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.parquet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Cylinder 37">
              <a:extLst>
                <a:ext uri="{FF2B5EF4-FFF2-40B4-BE49-F238E27FC236}">
                  <a16:creationId xmlns:a16="http://schemas.microsoft.com/office/drawing/2014/main" id="{14F99AE5-403A-D555-4879-AA14C96051DF}"/>
                </a:ext>
              </a:extLst>
            </p:cNvPr>
            <p:cNvSpPr/>
            <p:nvPr/>
          </p:nvSpPr>
          <p:spPr>
            <a:xfrm>
              <a:off x="8686800" y="3089711"/>
              <a:ext cx="766557" cy="640080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feature_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store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.parquet</a:t>
              </a:r>
              <a:endParaRPr lang="en-SG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640F44F-6F6A-D924-A7CF-C0E37F89D117}"/>
                </a:ext>
              </a:extLst>
            </p:cNvPr>
            <p:cNvSpPr/>
            <p:nvPr/>
          </p:nvSpPr>
          <p:spPr>
            <a:xfrm>
              <a:off x="7267824" y="3291840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Data_processing_gold_table.py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CDEA5C-3014-D2AA-8A57-47C3C8F97616}"/>
                </a:ext>
              </a:extLst>
            </p:cNvPr>
            <p:cNvSpPr/>
            <p:nvPr/>
          </p:nvSpPr>
          <p:spPr>
            <a:xfrm>
              <a:off x="7317405" y="1755331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Data_processing_gold_table.py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4EA29DE-3D46-C95E-CAC0-44731ADF0046}"/>
                </a:ext>
              </a:extLst>
            </p:cNvPr>
            <p:cNvCxnSpPr>
              <a:cxnSpLocks/>
              <a:stCxn id="18" idx="3"/>
              <a:endCxn id="7" idx="1"/>
            </p:cNvCxnSpPr>
            <p:nvPr/>
          </p:nvCxnSpPr>
          <p:spPr>
            <a:xfrm flipV="1">
              <a:off x="1166045" y="1913018"/>
              <a:ext cx="550788" cy="467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52DE6B2-6E4D-2C74-CD16-DB8BBB5F1FDE}"/>
                </a:ext>
              </a:extLst>
            </p:cNvPr>
            <p:cNvCxnSpPr>
              <a:cxnSpLocks/>
              <a:stCxn id="9" idx="3"/>
              <a:endCxn id="20" idx="1"/>
            </p:cNvCxnSpPr>
            <p:nvPr/>
          </p:nvCxnSpPr>
          <p:spPr>
            <a:xfrm>
              <a:off x="1204149" y="2668413"/>
              <a:ext cx="512683" cy="23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30C4A53-C7EE-11DB-D1AE-3AF4F8535827}"/>
                </a:ext>
              </a:extLst>
            </p:cNvPr>
            <p:cNvCxnSpPr>
              <a:cxnSpLocks/>
              <a:stCxn id="12" idx="3"/>
              <a:endCxn id="23" idx="1"/>
            </p:cNvCxnSpPr>
            <p:nvPr/>
          </p:nvCxnSpPr>
          <p:spPr>
            <a:xfrm>
              <a:off x="1161291" y="3501834"/>
              <a:ext cx="5555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C739AFF-D443-11AC-A12A-989612440A86}"/>
                </a:ext>
              </a:extLst>
            </p:cNvPr>
            <p:cNvCxnSpPr>
              <a:cxnSpLocks/>
              <a:stCxn id="15" idx="3"/>
              <a:endCxn id="24" idx="1"/>
            </p:cNvCxnSpPr>
            <p:nvPr/>
          </p:nvCxnSpPr>
          <p:spPr>
            <a:xfrm flipV="1">
              <a:off x="1153893" y="4293310"/>
              <a:ext cx="562940" cy="467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8038DB21-BB60-3F78-6027-7513F8D33CEC}"/>
                </a:ext>
              </a:extLst>
            </p:cNvPr>
            <p:cNvCxnSpPr>
              <a:cxnSpLocks/>
              <a:stCxn id="7" idx="3"/>
              <a:endCxn id="5" idx="2"/>
            </p:cNvCxnSpPr>
            <p:nvPr/>
          </p:nvCxnSpPr>
          <p:spPr>
            <a:xfrm flipV="1">
              <a:off x="2752530" y="1897223"/>
              <a:ext cx="507874" cy="157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1D9A366-5146-DF20-266C-F2309CBA4B48}"/>
                </a:ext>
              </a:extLst>
            </p:cNvPr>
            <p:cNvCxnSpPr>
              <a:cxnSpLocks/>
              <a:stCxn id="20" idx="3"/>
              <a:endCxn id="26" idx="2"/>
            </p:cNvCxnSpPr>
            <p:nvPr/>
          </p:nvCxnSpPr>
          <p:spPr>
            <a:xfrm>
              <a:off x="2752529" y="2691496"/>
              <a:ext cx="5078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4D68647-8629-32DE-CC0C-7A276B307D90}"/>
                </a:ext>
              </a:extLst>
            </p:cNvPr>
            <p:cNvCxnSpPr>
              <a:cxnSpLocks/>
              <a:stCxn id="23" idx="3"/>
              <a:endCxn id="27" idx="2"/>
            </p:cNvCxnSpPr>
            <p:nvPr/>
          </p:nvCxnSpPr>
          <p:spPr>
            <a:xfrm flipV="1">
              <a:off x="2752530" y="3429000"/>
              <a:ext cx="522670" cy="728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4DB331D-057D-E0F7-DA4A-AD49A4AED5DE}"/>
                </a:ext>
              </a:extLst>
            </p:cNvPr>
            <p:cNvCxnSpPr>
              <a:cxnSpLocks/>
              <a:stCxn id="24" idx="3"/>
              <a:endCxn id="28" idx="2"/>
            </p:cNvCxnSpPr>
            <p:nvPr/>
          </p:nvCxnSpPr>
          <p:spPr>
            <a:xfrm>
              <a:off x="2752530" y="4293310"/>
              <a:ext cx="507872" cy="24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670CC35-158B-59B3-C6FF-F0F1474B3271}"/>
                </a:ext>
              </a:extLst>
            </p:cNvPr>
            <p:cNvCxnSpPr>
              <a:cxnSpLocks/>
              <a:stCxn id="5" idx="4"/>
              <a:endCxn id="29" idx="1"/>
            </p:cNvCxnSpPr>
            <p:nvPr/>
          </p:nvCxnSpPr>
          <p:spPr>
            <a:xfrm flipV="1">
              <a:off x="4026961" y="1890917"/>
              <a:ext cx="537466" cy="63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046E68B-924A-E0C4-C082-6527867DA088}"/>
                </a:ext>
              </a:extLst>
            </p:cNvPr>
            <p:cNvCxnSpPr>
              <a:cxnSpLocks/>
              <a:stCxn id="26" idx="4"/>
              <a:endCxn id="30" idx="1"/>
            </p:cNvCxnSpPr>
            <p:nvPr/>
          </p:nvCxnSpPr>
          <p:spPr>
            <a:xfrm flipV="1">
              <a:off x="4026960" y="2669395"/>
              <a:ext cx="537466" cy="22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9285C5FA-2B8D-050D-B110-ED6FC34FC934}"/>
                </a:ext>
              </a:extLst>
            </p:cNvPr>
            <p:cNvCxnSpPr>
              <a:cxnSpLocks/>
              <a:stCxn id="27" idx="4"/>
              <a:endCxn id="31" idx="1"/>
            </p:cNvCxnSpPr>
            <p:nvPr/>
          </p:nvCxnSpPr>
          <p:spPr>
            <a:xfrm>
              <a:off x="4041757" y="3429000"/>
              <a:ext cx="522670" cy="507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3D352BD-A079-C440-2D98-8F5357CF64C0}"/>
                </a:ext>
              </a:extLst>
            </p:cNvPr>
            <p:cNvCxnSpPr>
              <a:cxnSpLocks/>
              <a:stCxn id="28" idx="4"/>
              <a:endCxn id="32" idx="1"/>
            </p:cNvCxnSpPr>
            <p:nvPr/>
          </p:nvCxnSpPr>
          <p:spPr>
            <a:xfrm flipV="1">
              <a:off x="4026959" y="4271209"/>
              <a:ext cx="537468" cy="24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782BE88-89E9-9AAC-FF80-69A158B6207A}"/>
                </a:ext>
              </a:extLst>
            </p:cNvPr>
            <p:cNvCxnSpPr>
              <a:cxnSpLocks/>
              <a:stCxn id="29" idx="3"/>
              <a:endCxn id="33" idx="2"/>
            </p:cNvCxnSpPr>
            <p:nvPr/>
          </p:nvCxnSpPr>
          <p:spPr>
            <a:xfrm>
              <a:off x="5600124" y="1890917"/>
              <a:ext cx="475362" cy="63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4D479B66-DA21-5C0B-FBB0-F312BF51254D}"/>
                </a:ext>
              </a:extLst>
            </p:cNvPr>
            <p:cNvCxnSpPr>
              <a:cxnSpLocks/>
              <a:stCxn id="30" idx="3"/>
              <a:endCxn id="34" idx="2"/>
            </p:cNvCxnSpPr>
            <p:nvPr/>
          </p:nvCxnSpPr>
          <p:spPr>
            <a:xfrm>
              <a:off x="5600123" y="2669395"/>
              <a:ext cx="475362" cy="22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8F663FCB-7EAD-FBE6-4CCC-A1E8A9ED34DC}"/>
                </a:ext>
              </a:extLst>
            </p:cNvPr>
            <p:cNvCxnSpPr>
              <a:cxnSpLocks/>
              <a:stCxn id="31" idx="3"/>
              <a:endCxn id="35" idx="2"/>
            </p:cNvCxnSpPr>
            <p:nvPr/>
          </p:nvCxnSpPr>
          <p:spPr>
            <a:xfrm flipV="1">
              <a:off x="5600124" y="3429000"/>
              <a:ext cx="490158" cy="507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09DA34A-74BB-2B8A-FEB4-B3EA57BC8427}"/>
                </a:ext>
              </a:extLst>
            </p:cNvPr>
            <p:cNvCxnSpPr>
              <a:cxnSpLocks/>
              <a:stCxn id="32" idx="3"/>
              <a:endCxn id="36" idx="2"/>
            </p:cNvCxnSpPr>
            <p:nvPr/>
          </p:nvCxnSpPr>
          <p:spPr>
            <a:xfrm>
              <a:off x="5600124" y="4271209"/>
              <a:ext cx="475360" cy="24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9B7E0003-979D-098A-705E-0688FDAD1CD7}"/>
                </a:ext>
              </a:extLst>
            </p:cNvPr>
            <p:cNvCxnSpPr>
              <a:cxnSpLocks/>
              <a:stCxn id="33" idx="4"/>
              <a:endCxn id="40" idx="1"/>
            </p:cNvCxnSpPr>
            <p:nvPr/>
          </p:nvCxnSpPr>
          <p:spPr>
            <a:xfrm flipV="1">
              <a:off x="6842043" y="1892491"/>
              <a:ext cx="475362" cy="47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447FA547-AD24-5E3A-AFD4-476C04225278}"/>
                </a:ext>
              </a:extLst>
            </p:cNvPr>
            <p:cNvCxnSpPr>
              <a:cxnSpLocks/>
              <a:stCxn id="40" idx="3"/>
              <a:endCxn id="37" idx="2"/>
            </p:cNvCxnSpPr>
            <p:nvPr/>
          </p:nvCxnSpPr>
          <p:spPr>
            <a:xfrm>
              <a:off x="8353102" y="1892491"/>
              <a:ext cx="333699" cy="205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E164E9D-422D-D51C-2BE3-E8B2D01E3A5B}"/>
                </a:ext>
              </a:extLst>
            </p:cNvPr>
            <p:cNvCxnSpPr>
              <a:cxnSpLocks/>
              <a:stCxn id="34" idx="4"/>
              <a:endCxn id="39" idx="1"/>
            </p:cNvCxnSpPr>
            <p:nvPr/>
          </p:nvCxnSpPr>
          <p:spPr>
            <a:xfrm>
              <a:off x="6842042" y="2691496"/>
              <a:ext cx="425782" cy="7375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CB8D885-202D-1700-3FEF-CE6C0615BE91}"/>
                </a:ext>
              </a:extLst>
            </p:cNvPr>
            <p:cNvCxnSpPr>
              <a:cxnSpLocks/>
              <a:stCxn id="35" idx="4"/>
              <a:endCxn id="39" idx="1"/>
            </p:cNvCxnSpPr>
            <p:nvPr/>
          </p:nvCxnSpPr>
          <p:spPr>
            <a:xfrm>
              <a:off x="6856839" y="3429000"/>
              <a:ext cx="4109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8551D147-DDDB-FE28-730A-D63781A05395}"/>
                </a:ext>
              </a:extLst>
            </p:cNvPr>
            <p:cNvCxnSpPr>
              <a:cxnSpLocks/>
              <a:stCxn id="36" idx="4"/>
              <a:endCxn id="39" idx="1"/>
            </p:cNvCxnSpPr>
            <p:nvPr/>
          </p:nvCxnSpPr>
          <p:spPr>
            <a:xfrm flipV="1">
              <a:off x="6842041" y="3429000"/>
              <a:ext cx="425783" cy="8667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C1BA0902-C9CA-2BD4-A2E7-FF4B76C8C656}"/>
                </a:ext>
              </a:extLst>
            </p:cNvPr>
            <p:cNvCxnSpPr>
              <a:cxnSpLocks/>
              <a:stCxn id="39" idx="3"/>
              <a:endCxn id="38" idx="2"/>
            </p:cNvCxnSpPr>
            <p:nvPr/>
          </p:nvCxnSpPr>
          <p:spPr>
            <a:xfrm flipV="1">
              <a:off x="8303521" y="3409751"/>
              <a:ext cx="383279" cy="192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B21D1FF-71DA-A98B-C94B-2CCBD5764272}"/>
                </a:ext>
              </a:extLst>
            </p:cNvPr>
            <p:cNvSpPr/>
            <p:nvPr/>
          </p:nvSpPr>
          <p:spPr>
            <a:xfrm>
              <a:off x="10211423" y="2417176"/>
              <a:ext cx="1035697" cy="274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Machine Learning Model</a:t>
              </a:r>
              <a:endParaRPr lang="en-SG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37C8A6B-A9A5-74EE-4D70-34A3C29C5711}"/>
                </a:ext>
              </a:extLst>
            </p:cNvPr>
            <p:cNvSpPr txBox="1"/>
            <p:nvPr/>
          </p:nvSpPr>
          <p:spPr>
            <a:xfrm>
              <a:off x="10538353" y="2905045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  <a:endParaRPr lang="en-SG" dirty="0"/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2B0E96C-5F35-D406-23E1-20C82CB2306F}"/>
                </a:ext>
              </a:extLst>
            </p:cNvPr>
            <p:cNvCxnSpPr>
              <a:cxnSpLocks/>
              <a:stCxn id="37" idx="4"/>
              <a:endCxn id="111" idx="1"/>
            </p:cNvCxnSpPr>
            <p:nvPr/>
          </p:nvCxnSpPr>
          <p:spPr>
            <a:xfrm>
              <a:off x="9453358" y="1913018"/>
              <a:ext cx="758065" cy="6413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C3F55F56-F7CD-A270-9E54-FDEA73A972B3}"/>
                </a:ext>
              </a:extLst>
            </p:cNvPr>
            <p:cNvCxnSpPr>
              <a:cxnSpLocks/>
              <a:stCxn id="38" idx="4"/>
              <a:endCxn id="111" idx="1"/>
            </p:cNvCxnSpPr>
            <p:nvPr/>
          </p:nvCxnSpPr>
          <p:spPr>
            <a:xfrm flipV="1">
              <a:off x="9453357" y="2554336"/>
              <a:ext cx="758066" cy="8554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2" name="Shape 2">
            <a:extLst>
              <a:ext uri="{FF2B5EF4-FFF2-40B4-BE49-F238E27FC236}">
                <a16:creationId xmlns:a16="http://schemas.microsoft.com/office/drawing/2014/main" id="{8D8722CA-C2BE-9EA5-1324-0D2DD3676434}"/>
              </a:ext>
            </a:extLst>
          </p:cNvPr>
          <p:cNvSpPr/>
          <p:nvPr/>
        </p:nvSpPr>
        <p:spPr>
          <a:xfrm>
            <a:off x="421556" y="5119673"/>
            <a:ext cx="3657600" cy="156767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3" name="Shape 3">
            <a:extLst>
              <a:ext uri="{FF2B5EF4-FFF2-40B4-BE49-F238E27FC236}">
                <a16:creationId xmlns:a16="http://schemas.microsoft.com/office/drawing/2014/main" id="{8C1C42E2-29DB-9BD1-7CA9-5D9B345FD2BF}"/>
              </a:ext>
            </a:extLst>
          </p:cNvPr>
          <p:cNvSpPr/>
          <p:nvPr/>
        </p:nvSpPr>
        <p:spPr>
          <a:xfrm>
            <a:off x="421556" y="5133722"/>
            <a:ext cx="3657600" cy="502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4" name="Text 4">
            <a:extLst>
              <a:ext uri="{FF2B5EF4-FFF2-40B4-BE49-F238E27FC236}">
                <a16:creationId xmlns:a16="http://schemas.microsoft.com/office/drawing/2014/main" id="{E16A2391-AB23-F14B-AF27-06516F7EA528}"/>
              </a:ext>
            </a:extLst>
          </p:cNvPr>
          <p:cNvSpPr/>
          <p:nvPr/>
        </p:nvSpPr>
        <p:spPr>
          <a:xfrm>
            <a:off x="680314" y="5192265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</p:txBody>
      </p:sp>
      <p:sp>
        <p:nvSpPr>
          <p:cNvPr id="125" name="Text 5">
            <a:extLst>
              <a:ext uri="{FF2B5EF4-FFF2-40B4-BE49-F238E27FC236}">
                <a16:creationId xmlns:a16="http://schemas.microsoft.com/office/drawing/2014/main" id="{E14AA31F-CD96-52D1-F120-648973124394}"/>
              </a:ext>
            </a:extLst>
          </p:cNvPr>
          <p:cNvSpPr/>
          <p:nvPr/>
        </p:nvSpPr>
        <p:spPr>
          <a:xfrm>
            <a:off x="680314" y="569429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Raw integration</a:t>
            </a:r>
            <a:endParaRPr lang="en-US" sz="1200" dirty="0"/>
          </a:p>
        </p:txBody>
      </p:sp>
      <p:sp>
        <p:nvSpPr>
          <p:cNvPr id="126" name="Text 6">
            <a:extLst>
              <a:ext uri="{FF2B5EF4-FFF2-40B4-BE49-F238E27FC236}">
                <a16:creationId xmlns:a16="http://schemas.microsoft.com/office/drawing/2014/main" id="{C38E2E31-5C2B-AD82-EBB5-B4936406D169}"/>
              </a:ext>
            </a:extLst>
          </p:cNvPr>
          <p:cNvSpPr/>
          <p:nvPr/>
        </p:nvSpPr>
        <p:spPr>
          <a:xfrm>
            <a:off x="680314" y="6017454"/>
            <a:ext cx="3108960" cy="488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source by snapshot_date and persist as CSV partition. No schema enforcement.</a:t>
            </a:r>
            <a:endParaRPr lang="en-US" sz="1200" dirty="0"/>
          </a:p>
        </p:txBody>
      </p:sp>
      <p:sp>
        <p:nvSpPr>
          <p:cNvPr id="127" name="Shape 7">
            <a:extLst>
              <a:ext uri="{FF2B5EF4-FFF2-40B4-BE49-F238E27FC236}">
                <a16:creationId xmlns:a16="http://schemas.microsoft.com/office/drawing/2014/main" id="{2DDD0655-23A5-250E-8D23-B700D3C09D18}"/>
              </a:ext>
            </a:extLst>
          </p:cNvPr>
          <p:cNvSpPr/>
          <p:nvPr/>
        </p:nvSpPr>
        <p:spPr>
          <a:xfrm>
            <a:off x="4454510" y="5123843"/>
            <a:ext cx="3566160" cy="15635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8" name="Shape 8">
            <a:extLst>
              <a:ext uri="{FF2B5EF4-FFF2-40B4-BE49-F238E27FC236}">
                <a16:creationId xmlns:a16="http://schemas.microsoft.com/office/drawing/2014/main" id="{8EB9D83B-B9DB-C7CE-598C-8436E59DB216}"/>
              </a:ext>
            </a:extLst>
          </p:cNvPr>
          <p:cNvSpPr/>
          <p:nvPr/>
        </p:nvSpPr>
        <p:spPr>
          <a:xfrm>
            <a:off x="4454510" y="5123843"/>
            <a:ext cx="3566160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9" name="Text 9">
            <a:extLst>
              <a:ext uri="{FF2B5EF4-FFF2-40B4-BE49-F238E27FC236}">
                <a16:creationId xmlns:a16="http://schemas.microsoft.com/office/drawing/2014/main" id="{D1A3EA8E-9A4B-73C1-C69A-A2CC6CE837B9}"/>
              </a:ext>
            </a:extLst>
          </p:cNvPr>
          <p:cNvSpPr/>
          <p:nvPr/>
        </p:nvSpPr>
        <p:spPr>
          <a:xfrm>
            <a:off x="4728830" y="5169563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130" name="Text 10">
            <a:extLst>
              <a:ext uri="{FF2B5EF4-FFF2-40B4-BE49-F238E27FC236}">
                <a16:creationId xmlns:a16="http://schemas.microsoft.com/office/drawing/2014/main" id="{56AC7BEB-55C8-0B3E-266E-6AB9A21527B0}"/>
              </a:ext>
            </a:extLst>
          </p:cNvPr>
          <p:cNvSpPr/>
          <p:nvPr/>
        </p:nvSpPr>
        <p:spPr>
          <a:xfrm>
            <a:off x="4728830" y="567056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typed</a:t>
            </a:r>
            <a:endParaRPr lang="en-US" sz="1200" dirty="0"/>
          </a:p>
        </p:txBody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963881F9-9930-164A-DBD5-C5081FFCA1D0}"/>
              </a:ext>
            </a:extLst>
          </p:cNvPr>
          <p:cNvSpPr/>
          <p:nvPr/>
        </p:nvSpPr>
        <p:spPr>
          <a:xfrm>
            <a:off x="4728829" y="6056284"/>
            <a:ext cx="31544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schema, strip dirty placeholders, parse strings, engineer source-local fields.</a:t>
            </a:r>
            <a:endParaRPr lang="en-US" sz="1200" dirty="0"/>
          </a:p>
        </p:txBody>
      </p:sp>
      <p:sp>
        <p:nvSpPr>
          <p:cNvPr id="132" name="Shape 12">
            <a:extLst>
              <a:ext uri="{FF2B5EF4-FFF2-40B4-BE49-F238E27FC236}">
                <a16:creationId xmlns:a16="http://schemas.microsoft.com/office/drawing/2014/main" id="{74DE101A-0BD9-3E68-6363-2D0F62CB7BE4}"/>
              </a:ext>
            </a:extLst>
          </p:cNvPr>
          <p:cNvSpPr/>
          <p:nvPr/>
        </p:nvSpPr>
        <p:spPr>
          <a:xfrm>
            <a:off x="8341645" y="5119673"/>
            <a:ext cx="3474720" cy="1567673"/>
          </a:xfrm>
          <a:prstGeom prst="rect">
            <a:avLst/>
          </a:prstGeom>
          <a:solidFill>
            <a:srgbClr val="FFFFFF"/>
          </a:solidFill>
          <a:ln w="25400">
            <a:solidFill>
              <a:srgbClr val="F1FB9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3" name="Shape 13">
            <a:extLst>
              <a:ext uri="{FF2B5EF4-FFF2-40B4-BE49-F238E27FC236}">
                <a16:creationId xmlns:a16="http://schemas.microsoft.com/office/drawing/2014/main" id="{FA94C9A1-F9A7-16F0-F4AF-0C94255B9CF9}"/>
              </a:ext>
            </a:extLst>
          </p:cNvPr>
          <p:cNvSpPr/>
          <p:nvPr/>
        </p:nvSpPr>
        <p:spPr>
          <a:xfrm>
            <a:off x="8341645" y="5119673"/>
            <a:ext cx="3474720" cy="502920"/>
          </a:xfrm>
          <a:prstGeom prst="rect">
            <a:avLst/>
          </a:prstGeom>
          <a:solidFill>
            <a:srgbClr val="F1FB97"/>
          </a:solidFill>
          <a:ln w="12700">
            <a:solidFill>
              <a:srgbClr val="F1FB9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4" name="Text 14">
            <a:extLst>
              <a:ext uri="{FF2B5EF4-FFF2-40B4-BE49-F238E27FC236}">
                <a16:creationId xmlns:a16="http://schemas.microsoft.com/office/drawing/2014/main" id="{4FF032AE-089A-46AB-F088-F9F658312336}"/>
              </a:ext>
            </a:extLst>
          </p:cNvPr>
          <p:cNvSpPr/>
          <p:nvPr/>
        </p:nvSpPr>
        <p:spPr>
          <a:xfrm>
            <a:off x="8615965" y="5165393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</p:txBody>
      </p:sp>
      <p:sp>
        <p:nvSpPr>
          <p:cNvPr id="135" name="Text 15">
            <a:extLst>
              <a:ext uri="{FF2B5EF4-FFF2-40B4-BE49-F238E27FC236}">
                <a16:creationId xmlns:a16="http://schemas.microsoft.com/office/drawing/2014/main" id="{709B4F11-79B5-A36C-1103-65EC15CB6BD5}"/>
              </a:ext>
            </a:extLst>
          </p:cNvPr>
          <p:cNvSpPr/>
          <p:nvPr/>
        </p:nvSpPr>
        <p:spPr>
          <a:xfrm>
            <a:off x="8615965" y="5675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aggregate</a:t>
            </a:r>
            <a:endParaRPr lang="en-US" sz="1200" dirty="0"/>
          </a:p>
        </p:txBody>
      </p:sp>
      <p:sp>
        <p:nvSpPr>
          <p:cNvPr id="136" name="Text 16">
            <a:extLst>
              <a:ext uri="{FF2B5EF4-FFF2-40B4-BE49-F238E27FC236}">
                <a16:creationId xmlns:a16="http://schemas.microsoft.com/office/drawing/2014/main" id="{175EC290-E372-A93D-EF22-9F3F70A55A62}"/>
              </a:ext>
            </a:extLst>
          </p:cNvPr>
          <p:cNvSpPr/>
          <p:nvPr/>
        </p:nvSpPr>
        <p:spPr>
          <a:xfrm>
            <a:off x="8615964" y="6041320"/>
            <a:ext cx="3154479" cy="51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feature store (</a:t>
            </a:r>
            <a:r>
              <a:rPr lang="en-US" sz="1200" dirty="0" err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snapshot_date</a:t>
            </a: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label store (</a:t>
            </a:r>
            <a:r>
              <a:rPr lang="en-US" sz="1200" dirty="0" err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snapshot_date</a:t>
            </a: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45455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898B710E-1F6E-439A-5935-F5A1E7176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134590"/>
              </p:ext>
            </p:extLst>
          </p:nvPr>
        </p:nvGraphicFramePr>
        <p:xfrm>
          <a:off x="487680" y="4188511"/>
          <a:ext cx="11247120" cy="248475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Field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Symptom in raw data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Adjustment made for Silver Table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Age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Trailing '_' on ~3% of values; out-of-range placeholders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Strip non-digits, cast int, null-out (≤0 or &gt;100)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Annual_Income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String with trailing '_' on dirty rows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Strip '_', cast float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Credit_Mix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'_' placeholder mixed with Good / Bad / Standard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Map '_' → NULL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Payment_of_Min_Amount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'NM' (no-match) placeholder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Map 'NM' → NULL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Credit_History_Age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Free-text "X Years and Y Months"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Regex parse → Credit_History_Months (int)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Type_of_Loan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Comma-separated free text, 1,400+ unique values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Derive Num_Loan_Types_Listed; drop raw in gold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1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Name, SSN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Direct PII; SSNs contain garbage like '#F%$D@*&amp;8'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Removed from Silver Table (not predictive, compliance risk)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dpd / overdue_amt / paid_amt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Loan-outcome fields in lms_loan_daily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Computed in silver LMS, isolated to label store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57200" y="200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Bronze Layer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89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Principles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155128"/>
            <a:ext cx="5486400" cy="1252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Preserve raw fidelity — no schema enforcement, no cleaning.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Partitioned by snapshot_date so re-processing one month is a single-file replace, not a full reload.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CSV format: human-readable, cheap to differentiate when investigating a source-system issue.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67A7FE-DBD3-A5B7-B90E-459FEE8C3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93" y="685800"/>
            <a:ext cx="5137601" cy="1722174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EDCC4F99-1953-DF5B-E5F8-8CC02F35BD05}"/>
              </a:ext>
            </a:extLst>
          </p:cNvPr>
          <p:cNvSpPr/>
          <p:nvPr/>
        </p:nvSpPr>
        <p:spPr>
          <a:xfrm>
            <a:off x="457200" y="2557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Silver Layer: Single Source of Truth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BF6B367-61AC-7DD3-D622-BE55F232625E}"/>
              </a:ext>
            </a:extLst>
          </p:cNvPr>
          <p:cNvSpPr/>
          <p:nvPr/>
        </p:nvSpPr>
        <p:spPr>
          <a:xfrm>
            <a:off x="457200" y="31727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Principles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6756295-11E5-B9EF-D608-807913E7F395}"/>
              </a:ext>
            </a:extLst>
          </p:cNvPr>
          <p:cNvSpPr/>
          <p:nvPr/>
        </p:nvSpPr>
        <p:spPr>
          <a:xfrm>
            <a:off x="457200" y="3538476"/>
            <a:ext cx="10972800" cy="1252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Enforce Schema to be followed within each column of data (i.e. float, integer, string)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Cleaning of ‘dirty’ data and filtered accordingly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001B16-1941-F251-1950-A02B3ACA2931}"/>
              </a:ext>
            </a:extLst>
          </p:cNvPr>
          <p:cNvSpPr/>
          <p:nvPr/>
        </p:nvSpPr>
        <p:spPr>
          <a:xfrm flipH="1">
            <a:off x="10002415" y="513184"/>
            <a:ext cx="1931437" cy="2044336"/>
          </a:xfrm>
          <a:prstGeom prst="rect">
            <a:avLst/>
          </a:prstGeom>
          <a:solidFill>
            <a:schemeClr val="bg1">
              <a:lumMod val="6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Gold Layer: ML-ready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133540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Feature store schema (gold/feature_store/)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1701165"/>
            <a:ext cx="5486400" cy="2697480"/>
          </a:xfrm>
          <a:prstGeom prst="rect">
            <a:avLst/>
          </a:prstGeom>
          <a:solidFill>
            <a:srgbClr val="EEF1F8"/>
          </a:solidFill>
          <a:ln w="6350">
            <a:solidFill>
              <a:srgbClr val="D7DD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40080" y="1792605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 snapshot_date  ← keys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fe_1 … fe_20                ← clickstream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Age, Occupation             ← attributes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Annual_Income, Monthly_Inhand_Salary,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Num_Bank_Accounts, Num_Credit_Card,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Interest_Rate, Num_of_Loan,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Outstanding_Debt, Credit_Mix,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Credit_Utilization_Ratio,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Credit_History_Months,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Payment_Behaviour, …        ← financials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income_to_debt_ratio,       ← engineered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emi_burden                  ← engineered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8152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Join logic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985385"/>
            <a:ext cx="5303520" cy="15754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Clickstream silver is the spine (monthly, full customer coverage)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LEFT JOIN attributes silver on </a:t>
            </a:r>
            <a:r>
              <a:rPr lang="en-US" sz="1200" dirty="0" err="1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Customer_ID</a:t>
            </a:r>
            <a:endParaRPr lang="en-US" sz="1200" dirty="0">
              <a:solidFill>
                <a:srgbClr val="0F1B3D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LEFT JOIN financials silver on </a:t>
            </a:r>
            <a:r>
              <a:rPr lang="en-US" sz="1200" dirty="0" err="1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Customer_ID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Engineered ratios computed post-join (income_to_debt, </a:t>
            </a:r>
            <a:r>
              <a:rPr lang="en-US" sz="1200" dirty="0" err="1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emi_burden</a:t>
            </a: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Numerics imputed 0; categoricals imputed 'Unknown' — silver keeps true NULLs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74F9F6-B85D-1FD2-93D2-CD373CE40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93" y="685800"/>
            <a:ext cx="5137601" cy="1722174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22029452-920B-60AA-04E6-84771BB162E6}"/>
              </a:ext>
            </a:extLst>
          </p:cNvPr>
          <p:cNvSpPr/>
          <p:nvPr/>
        </p:nvSpPr>
        <p:spPr>
          <a:xfrm>
            <a:off x="6764693" y="2619429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End State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82096E76-3F2F-C1D9-1F26-8C2B971F13D2}"/>
              </a:ext>
            </a:extLst>
          </p:cNvPr>
          <p:cNvSpPr/>
          <p:nvPr/>
        </p:nvSpPr>
        <p:spPr>
          <a:xfrm>
            <a:off x="6681733" y="2985189"/>
            <a:ext cx="5303520" cy="2622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200" b="1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Feature Store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46 Columns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 row per </a:t>
            </a:r>
            <a:r>
              <a:rPr lang="en-US" sz="1200" dirty="0" err="1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Customer_ID</a:t>
            </a: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snapshot_date</a:t>
            </a:r>
            <a:endParaRPr lang="en-US" sz="1200" dirty="0">
              <a:solidFill>
                <a:srgbClr val="0F1B3D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24 monthly partitions backfilled</a:t>
            </a:r>
          </a:p>
          <a:p>
            <a:pPr>
              <a:spcAft>
                <a:spcPts val="600"/>
              </a:spcAft>
              <a:buSzPct val="100000"/>
            </a:pPr>
            <a:endParaRPr lang="en-US" sz="1200" b="1" dirty="0">
              <a:solidFill>
                <a:srgbClr val="0F1B3D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200" b="1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Label Store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 columns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 row per </a:t>
            </a:r>
            <a:r>
              <a:rPr lang="en-US" sz="1200" dirty="0" err="1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Customer_ID+disbursement</a:t>
            </a: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date, </a:t>
            </a:r>
            <a:r>
              <a:rPr lang="en-US" sz="1200" dirty="0" err="1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snapshot_date</a:t>
            </a:r>
            <a:endParaRPr lang="en-US" sz="1200" dirty="0">
              <a:solidFill>
                <a:srgbClr val="0F1B3D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Initial labels limited for first 6 months because MOB=6 not yet reached. Subsequently, fully-filled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DBC90-4C29-A2BE-EEF6-DCC7B0870D6A}"/>
              </a:ext>
            </a:extLst>
          </p:cNvPr>
          <p:cNvSpPr/>
          <p:nvPr/>
        </p:nvSpPr>
        <p:spPr>
          <a:xfrm>
            <a:off x="6764693" y="513184"/>
            <a:ext cx="3237722" cy="2044336"/>
          </a:xfrm>
          <a:prstGeom prst="rect">
            <a:avLst/>
          </a:prstGeom>
          <a:solidFill>
            <a:schemeClr val="bg1">
              <a:lumMod val="6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AB15A0-617E-92AB-0478-5E9AAE11A74F}"/>
              </a:ext>
            </a:extLst>
          </p:cNvPr>
          <p:cNvSpPr/>
          <p:nvPr/>
        </p:nvSpPr>
        <p:spPr>
          <a:xfrm flipH="1">
            <a:off x="11252717" y="513184"/>
            <a:ext cx="681134" cy="2044336"/>
          </a:xfrm>
          <a:prstGeom prst="rect">
            <a:avLst/>
          </a:prstGeom>
          <a:solidFill>
            <a:schemeClr val="bg1">
              <a:lumMod val="6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Risk Control: Keeping Target leakage out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778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ALLOWED IN FEATURE STORE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 20 clickstream behavioural features (fe_1..fe_20)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Demographic attributes known at application: Age, Occupation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Financial profile snapshots: income, credit utilisation, debt, credit history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Customer-level engineered ratios derived from the above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949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162763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BLOCKED — TARGET / FUTURE LEAKAGE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label, label_def — the answer itself (lives only in label store)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overdue_amt, paid_amt, balance, due_amt — repayment outcomes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dpd, installments_missed, first_missed_date — derived from outcomes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loan_id, loan_start_date, mob — loan-level grain not known at application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Name, SSN — direct PII, compliance risk, not predictive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1063</Words>
  <Application>Microsoft Office PowerPoint</Application>
  <PresentationFormat>Widescreen</PresentationFormat>
  <Paragraphs>187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CS611 Assignment 1 - Feature Store Pipeline</dc:title>
  <dc:subject>PptxGenJS Presentation</dc:subject>
  <dc:creator>Brian Chua</dc:creator>
  <cp:lastModifiedBy>Brian Chua</cp:lastModifiedBy>
  <cp:revision>1</cp:revision>
  <dcterms:created xsi:type="dcterms:W3CDTF">2026-05-17T04:27:56Z</dcterms:created>
  <dcterms:modified xsi:type="dcterms:W3CDTF">2026-05-19T08:05:15Z</dcterms:modified>
</cp:coreProperties>
</file>